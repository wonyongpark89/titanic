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 id="2147483660" r:id="rId5"/>
  </p:sldMasterIdLst>
  <p:notesMasterIdLst>
    <p:notesMasterId r:id="rId10"/>
  </p:notesMasterIdLst>
  <p:sldIdLst>
    <p:sldId id="274" r:id="rId6"/>
    <p:sldId id="275" r:id="rId7"/>
    <p:sldId id="276" r:id="rId8"/>
    <p:sldId id="268"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13" roundtripDataSignature="AMtx7mgGyjKsO4tPagdlQbJuPL8MWzFSt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6AC051-0481-4A83-A911-295BABDACC75}" v="479" dt="2024-01-04T13:07:55.039"/>
    <p1510:client id="{88A3E7E3-8CF2-45AF-A6E7-1422663647B9}" v="1" dt="2023-12-14T18:53:44.347"/>
    <p1510:client id="{9FF82FF9-F281-4DE0-A885-A2EC79131769}" v="9" dt="2024-01-05T09:47:53.156"/>
    <p1510:client id="{BE26E8D2-083F-457A-98D9-75ABBFB0EABE}" v="176" dt="2024-01-04T13:11:52.586"/>
  </p1510:revLst>
</p1510:revInfo>
</file>

<file path=ppt/tableStyles.xml><?xml version="1.0" encoding="utf-8"?>
<a:tblStyleLst xmlns:a="http://schemas.openxmlformats.org/drawingml/2006/main" def="{E0A41184-50EF-41B8-BAC7-251671D88397}">
  <a:tblStyle styleId="{E0A41184-50EF-41B8-BAC7-251671D8839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customschemas.google.com/relationships/presentationmetadata" Target="metadata"/><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notesMaster" Target="notesMasters/notesMaster1.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chele Newman" userId="S::rm1c10@soton.ac.uk::69351afb-65e9-4c98-abf6-3350785a7d10" providerId="AD" clId="Web-{9FF82FF9-F281-4DE0-A885-A2EC79131769}"/>
    <pc:docChg chg="modSld">
      <pc:chgData name="Rachele Newman" userId="S::rm1c10@soton.ac.uk::69351afb-65e9-4c98-abf6-3350785a7d10" providerId="AD" clId="Web-{9FF82FF9-F281-4DE0-A885-A2EC79131769}" dt="2024-01-05T09:47:53.156" v="7" actId="20577"/>
      <pc:docMkLst>
        <pc:docMk/>
      </pc:docMkLst>
      <pc:sldChg chg="modSp">
        <pc:chgData name="Rachele Newman" userId="S::rm1c10@soton.ac.uk::69351afb-65e9-4c98-abf6-3350785a7d10" providerId="AD" clId="Web-{9FF82FF9-F281-4DE0-A885-A2EC79131769}" dt="2024-01-05T09:47:27.061" v="2" actId="20577"/>
        <pc:sldMkLst>
          <pc:docMk/>
          <pc:sldMk cId="3988414533" sldId="274"/>
        </pc:sldMkLst>
        <pc:spChg chg="mod">
          <ac:chgData name="Rachele Newman" userId="S::rm1c10@soton.ac.uk::69351afb-65e9-4c98-abf6-3350785a7d10" providerId="AD" clId="Web-{9FF82FF9-F281-4DE0-A885-A2EC79131769}" dt="2024-01-05T09:47:27.061" v="2" actId="20577"/>
          <ac:spMkLst>
            <pc:docMk/>
            <pc:sldMk cId="3988414533" sldId="274"/>
            <ac:spMk id="3" creationId="{B37C8871-9BF5-D95C-CF96-8851FC23967B}"/>
          </ac:spMkLst>
        </pc:spChg>
      </pc:sldChg>
      <pc:sldChg chg="modSp">
        <pc:chgData name="Rachele Newman" userId="S::rm1c10@soton.ac.uk::69351afb-65e9-4c98-abf6-3350785a7d10" providerId="AD" clId="Web-{9FF82FF9-F281-4DE0-A885-A2EC79131769}" dt="2024-01-05T09:47:53.156" v="7" actId="20577"/>
        <pc:sldMkLst>
          <pc:docMk/>
          <pc:sldMk cId="2103837571" sldId="276"/>
        </pc:sldMkLst>
        <pc:spChg chg="mod">
          <ac:chgData name="Rachele Newman" userId="S::rm1c10@soton.ac.uk::69351afb-65e9-4c98-abf6-3350785a7d10" providerId="AD" clId="Web-{9FF82FF9-F281-4DE0-A885-A2EC79131769}" dt="2024-01-05T09:47:53.156" v="7" actId="20577"/>
          <ac:spMkLst>
            <pc:docMk/>
            <pc:sldMk cId="2103837571" sldId="276"/>
            <ac:spMk id="4" creationId="{A1890C84-3EC7-79E0-1D31-75B98BC6AD62}"/>
          </ac:spMkLst>
        </pc:spChg>
      </pc:sldChg>
    </pc:docChg>
  </pc:docChgLst>
  <pc:docChgLst>
    <pc:chgData name="Rachele Newman" userId="S::rm1c10@soton.ac.uk::69351afb-65e9-4c98-abf6-3350785a7d10" providerId="AD" clId="Web-{226AC051-0481-4A83-A911-295BABDACC75}"/>
    <pc:docChg chg="addSld delSld modSld sldOrd">
      <pc:chgData name="Rachele Newman" userId="S::rm1c10@soton.ac.uk::69351afb-65e9-4c98-abf6-3350785a7d10" providerId="AD" clId="Web-{226AC051-0481-4A83-A911-295BABDACC75}" dt="2024-01-04T13:07:55.039" v="427" actId="14100"/>
      <pc:docMkLst>
        <pc:docMk/>
      </pc:docMkLst>
      <pc:sldChg chg="addSp delSp modSp">
        <pc:chgData name="Rachele Newman" userId="S::rm1c10@soton.ac.uk::69351afb-65e9-4c98-abf6-3350785a7d10" providerId="AD" clId="Web-{226AC051-0481-4A83-A911-295BABDACC75}" dt="2024-01-04T13:05:52.521" v="412"/>
        <pc:sldMkLst>
          <pc:docMk/>
          <pc:sldMk cId="0" sldId="256"/>
        </pc:sldMkLst>
        <pc:spChg chg="add del">
          <ac:chgData name="Rachele Newman" userId="S::rm1c10@soton.ac.uk::69351afb-65e9-4c98-abf6-3350785a7d10" providerId="AD" clId="Web-{226AC051-0481-4A83-A911-295BABDACC75}" dt="2024-01-04T12:15:39.889" v="80"/>
          <ac:spMkLst>
            <pc:docMk/>
            <pc:sldMk cId="0" sldId="256"/>
            <ac:spMk id="10" creationId="{F0D26A40-821C-E2B0-3B13-1F8BFB167671}"/>
          </ac:spMkLst>
        </pc:spChg>
        <pc:spChg chg="add mod">
          <ac:chgData name="Rachele Newman" userId="S::rm1c10@soton.ac.uk::69351afb-65e9-4c98-abf6-3350785a7d10" providerId="AD" clId="Web-{226AC051-0481-4A83-A911-295BABDACC75}" dt="2024-01-04T12:16:29.203" v="107" actId="20577"/>
          <ac:spMkLst>
            <pc:docMk/>
            <pc:sldMk cId="0" sldId="256"/>
            <ac:spMk id="11" creationId="{A72E8C34-645A-DD2E-2BF6-28CADD7FF76B}"/>
          </ac:spMkLst>
        </pc:spChg>
        <pc:graphicFrameChg chg="mod modGraphic">
          <ac:chgData name="Rachele Newman" userId="S::rm1c10@soton.ac.uk::69351afb-65e9-4c98-abf6-3350785a7d10" providerId="AD" clId="Web-{226AC051-0481-4A83-A911-295BABDACC75}" dt="2024-01-04T13:05:52.521" v="412"/>
          <ac:graphicFrameMkLst>
            <pc:docMk/>
            <pc:sldMk cId="0" sldId="256"/>
            <ac:graphicFrameMk id="84" creationId="{00000000-0000-0000-0000-000000000000}"/>
          </ac:graphicFrameMkLst>
        </pc:graphicFrameChg>
        <pc:picChg chg="add del mod">
          <ac:chgData name="Rachele Newman" userId="S::rm1c10@soton.ac.uk::69351afb-65e9-4c98-abf6-3350785a7d10" providerId="AD" clId="Web-{226AC051-0481-4A83-A911-295BABDACC75}" dt="2024-01-04T12:07:05.487" v="6"/>
          <ac:picMkLst>
            <pc:docMk/>
            <pc:sldMk cId="0" sldId="256"/>
            <ac:picMk id="2" creationId="{34BF1FDF-3D66-BAFB-5D87-8E95F88BAA4C}"/>
          </ac:picMkLst>
        </pc:picChg>
        <pc:picChg chg="add del mod">
          <ac:chgData name="Rachele Newman" userId="S::rm1c10@soton.ac.uk::69351afb-65e9-4c98-abf6-3350785a7d10" providerId="AD" clId="Web-{226AC051-0481-4A83-A911-295BABDACC75}" dt="2024-01-04T12:55:35.787" v="209"/>
          <ac:picMkLst>
            <pc:docMk/>
            <pc:sldMk cId="0" sldId="256"/>
            <ac:picMk id="3" creationId="{A241D5EC-F64C-7666-2B3F-862D24F0C9C6}"/>
          </ac:picMkLst>
        </pc:picChg>
        <pc:picChg chg="add mod">
          <ac:chgData name="Rachele Newman" userId="S::rm1c10@soton.ac.uk::69351afb-65e9-4c98-abf6-3350785a7d10" providerId="AD" clId="Web-{226AC051-0481-4A83-A911-295BABDACC75}" dt="2024-01-04T12:16:08.077" v="87" actId="1076"/>
          <ac:picMkLst>
            <pc:docMk/>
            <pc:sldMk cId="0" sldId="256"/>
            <ac:picMk id="4" creationId="{2DB6F9E4-0014-333C-866D-5EE409D803B8}"/>
          </ac:picMkLst>
        </pc:picChg>
        <pc:picChg chg="add del mod">
          <ac:chgData name="Rachele Newman" userId="S::rm1c10@soton.ac.uk::69351afb-65e9-4c98-abf6-3350785a7d10" providerId="AD" clId="Web-{226AC051-0481-4A83-A911-295BABDACC75}" dt="2024-01-04T12:15:03.904" v="58"/>
          <ac:picMkLst>
            <pc:docMk/>
            <pc:sldMk cId="0" sldId="256"/>
            <ac:picMk id="5" creationId="{E4433B0C-498A-43AE-2E1E-0622D0FB0234}"/>
          </ac:picMkLst>
        </pc:picChg>
        <pc:picChg chg="add del mod">
          <ac:chgData name="Rachele Newman" userId="S::rm1c10@soton.ac.uk::69351afb-65e9-4c98-abf6-3350785a7d10" providerId="AD" clId="Web-{226AC051-0481-4A83-A911-295BABDACC75}" dt="2024-01-04T12:58:37.604" v="305"/>
          <ac:picMkLst>
            <pc:docMk/>
            <pc:sldMk cId="0" sldId="256"/>
            <ac:picMk id="6" creationId="{C58E4377-D80D-B2B9-407A-E9624823342B}"/>
          </ac:picMkLst>
        </pc:picChg>
        <pc:picChg chg="add del mod">
          <ac:chgData name="Rachele Newman" userId="S::rm1c10@soton.ac.uk::69351afb-65e9-4c98-abf6-3350785a7d10" providerId="AD" clId="Web-{226AC051-0481-4A83-A911-295BABDACC75}" dt="2024-01-04T13:04:29.066" v="387"/>
          <ac:picMkLst>
            <pc:docMk/>
            <pc:sldMk cId="0" sldId="256"/>
            <ac:picMk id="7" creationId="{F282EB0F-5FC8-4615-74AA-C12C64A3164C}"/>
          </ac:picMkLst>
        </pc:picChg>
        <pc:picChg chg="add del mod">
          <ac:chgData name="Rachele Newman" userId="S::rm1c10@soton.ac.uk::69351afb-65e9-4c98-abf6-3350785a7d10" providerId="AD" clId="Web-{226AC051-0481-4A83-A911-295BABDACC75}" dt="2024-01-04T12:11:14.899" v="22"/>
          <ac:picMkLst>
            <pc:docMk/>
            <pc:sldMk cId="0" sldId="256"/>
            <ac:picMk id="8" creationId="{BCFE240B-AC0C-8438-8C57-21F94148558D}"/>
          </ac:picMkLst>
        </pc:picChg>
        <pc:picChg chg="add del mod">
          <ac:chgData name="Rachele Newman" userId="S::rm1c10@soton.ac.uk::69351afb-65e9-4c98-abf6-3350785a7d10" providerId="AD" clId="Web-{226AC051-0481-4A83-A911-295BABDACC75}" dt="2024-01-04T12:15:06.966" v="61"/>
          <ac:picMkLst>
            <pc:docMk/>
            <pc:sldMk cId="0" sldId="256"/>
            <ac:picMk id="9" creationId="{40CBEC7A-7587-9A82-914E-256FB82C3235}"/>
          </ac:picMkLst>
        </pc:picChg>
      </pc:sldChg>
      <pc:sldChg chg="modSp add del replId">
        <pc:chgData name="Rachele Newman" userId="S::rm1c10@soton.ac.uk::69351afb-65e9-4c98-abf6-3350785a7d10" providerId="AD" clId="Web-{226AC051-0481-4A83-A911-295BABDACC75}" dt="2024-01-04T12:12:36.932" v="33"/>
        <pc:sldMkLst>
          <pc:docMk/>
          <pc:sldMk cId="2857180431" sldId="269"/>
        </pc:sldMkLst>
        <pc:graphicFrameChg chg="mod modGraphic">
          <ac:chgData name="Rachele Newman" userId="S::rm1c10@soton.ac.uk::69351afb-65e9-4c98-abf6-3350785a7d10" providerId="AD" clId="Web-{226AC051-0481-4A83-A911-295BABDACC75}" dt="2024-01-04T12:12:29.744" v="31"/>
          <ac:graphicFrameMkLst>
            <pc:docMk/>
            <pc:sldMk cId="2857180431" sldId="269"/>
            <ac:graphicFrameMk id="84" creationId="{30237214-4F8F-BFEC-0DF3-81FB6D91E114}"/>
          </ac:graphicFrameMkLst>
        </pc:graphicFrameChg>
      </pc:sldChg>
      <pc:sldChg chg="addSp delSp modSp new mod ord modClrScheme chgLayout">
        <pc:chgData name="Rachele Newman" userId="S::rm1c10@soton.ac.uk::69351afb-65e9-4c98-abf6-3350785a7d10" providerId="AD" clId="Web-{226AC051-0481-4A83-A911-295BABDACC75}" dt="2024-01-04T13:04:25.831" v="386"/>
        <pc:sldMkLst>
          <pc:docMk/>
          <pc:sldMk cId="2849957103" sldId="270"/>
        </pc:sldMkLst>
        <pc:spChg chg="del">
          <ac:chgData name="Rachele Newman" userId="S::rm1c10@soton.ac.uk::69351afb-65e9-4c98-abf6-3350785a7d10" providerId="AD" clId="Web-{226AC051-0481-4A83-A911-295BABDACC75}" dt="2024-01-04T12:13:40.402" v="40"/>
          <ac:spMkLst>
            <pc:docMk/>
            <pc:sldMk cId="2849957103" sldId="270"/>
            <ac:spMk id="2" creationId="{F53ECADE-F804-90B8-8D06-A7C7DA77DDEF}"/>
          </ac:spMkLst>
        </pc:spChg>
        <pc:spChg chg="del">
          <ac:chgData name="Rachele Newman" userId="S::rm1c10@soton.ac.uk::69351afb-65e9-4c98-abf6-3350785a7d10" providerId="AD" clId="Web-{226AC051-0481-4A83-A911-295BABDACC75}" dt="2024-01-04T12:13:40.402" v="40"/>
          <ac:spMkLst>
            <pc:docMk/>
            <pc:sldMk cId="2849957103" sldId="270"/>
            <ac:spMk id="3" creationId="{73D5EBD4-C9A3-98EB-D86C-3CF9A3789380}"/>
          </ac:spMkLst>
        </pc:spChg>
        <pc:spChg chg="add del mod">
          <ac:chgData name="Rachele Newman" userId="S::rm1c10@soton.ac.uk::69351afb-65e9-4c98-abf6-3350785a7d10" providerId="AD" clId="Web-{226AC051-0481-4A83-A911-295BABDACC75}" dt="2024-01-04T13:03:58.487" v="381"/>
          <ac:spMkLst>
            <pc:docMk/>
            <pc:sldMk cId="2849957103" sldId="270"/>
            <ac:spMk id="7" creationId="{40B8EC1D-168F-969F-39AC-526D848214FC}"/>
          </ac:spMkLst>
        </pc:spChg>
        <pc:spChg chg="add del mod">
          <ac:chgData name="Rachele Newman" userId="S::rm1c10@soton.ac.uk::69351afb-65e9-4c98-abf6-3350785a7d10" providerId="AD" clId="Web-{226AC051-0481-4A83-A911-295BABDACC75}" dt="2024-01-04T13:04:25.831" v="386"/>
          <ac:spMkLst>
            <pc:docMk/>
            <pc:sldMk cId="2849957103" sldId="270"/>
            <ac:spMk id="10" creationId="{497CF100-64DC-6444-D927-61F305DDE495}"/>
          </ac:spMkLst>
        </pc:spChg>
        <pc:picChg chg="add del mod">
          <ac:chgData name="Rachele Newman" userId="S::rm1c10@soton.ac.uk::69351afb-65e9-4c98-abf6-3350785a7d10" providerId="AD" clId="Web-{226AC051-0481-4A83-A911-295BABDACC75}" dt="2024-01-04T12:13:06.214" v="37"/>
          <ac:picMkLst>
            <pc:docMk/>
            <pc:sldMk cId="2849957103" sldId="270"/>
            <ac:picMk id="4" creationId="{148A4CCA-4E3A-AB2E-99F2-BD74E81E012F}"/>
          </ac:picMkLst>
        </pc:picChg>
        <pc:picChg chg="add del mod">
          <ac:chgData name="Rachele Newman" userId="S::rm1c10@soton.ac.uk::69351afb-65e9-4c98-abf6-3350785a7d10" providerId="AD" clId="Web-{226AC051-0481-4A83-A911-295BABDACC75}" dt="2024-01-04T13:00:11.403" v="332"/>
          <ac:picMkLst>
            <pc:docMk/>
            <pc:sldMk cId="2849957103" sldId="270"/>
            <ac:picMk id="6" creationId="{25DEF864-32B1-4CC4-087E-C3FA2A9F7266}"/>
          </ac:picMkLst>
        </pc:picChg>
        <pc:picChg chg="add del mod">
          <ac:chgData name="Rachele Newman" userId="S::rm1c10@soton.ac.uk::69351afb-65e9-4c98-abf6-3350785a7d10" providerId="AD" clId="Web-{226AC051-0481-4A83-A911-295BABDACC75}" dt="2024-01-04T13:01:17.186" v="351"/>
          <ac:picMkLst>
            <pc:docMk/>
            <pc:sldMk cId="2849957103" sldId="270"/>
            <ac:picMk id="9" creationId="{AFDEB7E7-D6E3-5FD1-5FBF-1969E5152D53}"/>
          </ac:picMkLst>
        </pc:picChg>
      </pc:sldChg>
      <pc:sldChg chg="new del">
        <pc:chgData name="Rachele Newman" userId="S::rm1c10@soton.ac.uk::69351afb-65e9-4c98-abf6-3350785a7d10" providerId="AD" clId="Web-{226AC051-0481-4A83-A911-295BABDACC75}" dt="2024-01-04T12:59:37.668" v="327"/>
        <pc:sldMkLst>
          <pc:docMk/>
          <pc:sldMk cId="211575613" sldId="271"/>
        </pc:sldMkLst>
      </pc:sldChg>
      <pc:sldChg chg="new del">
        <pc:chgData name="Rachele Newman" userId="S::rm1c10@soton.ac.uk::69351afb-65e9-4c98-abf6-3350785a7d10" providerId="AD" clId="Web-{226AC051-0481-4A83-A911-295BABDACC75}" dt="2024-01-04T12:59:34.465" v="326"/>
        <pc:sldMkLst>
          <pc:docMk/>
          <pc:sldMk cId="4145808781" sldId="272"/>
        </pc:sldMkLst>
      </pc:sldChg>
      <pc:sldChg chg="new del">
        <pc:chgData name="Rachele Newman" userId="S::rm1c10@soton.ac.uk::69351afb-65e9-4c98-abf6-3350785a7d10" providerId="AD" clId="Web-{226AC051-0481-4A83-A911-295BABDACC75}" dt="2024-01-04T13:04:21.237" v="385"/>
        <pc:sldMkLst>
          <pc:docMk/>
          <pc:sldMk cId="1779211843" sldId="273"/>
        </pc:sldMkLst>
      </pc:sldChg>
      <pc:sldChg chg="addSp delSp modSp new">
        <pc:chgData name="Rachele Newman" userId="S::rm1c10@soton.ac.uk::69351afb-65e9-4c98-abf6-3350785a7d10" providerId="AD" clId="Web-{226AC051-0481-4A83-A911-295BABDACC75}" dt="2024-01-04T13:02:15.828" v="370" actId="14100"/>
        <pc:sldMkLst>
          <pc:docMk/>
          <pc:sldMk cId="3988414533" sldId="274"/>
        </pc:sldMkLst>
        <pc:spChg chg="mod">
          <ac:chgData name="Rachele Newman" userId="S::rm1c10@soton.ac.uk::69351afb-65e9-4c98-abf6-3350785a7d10" providerId="AD" clId="Web-{226AC051-0481-4A83-A911-295BABDACC75}" dt="2024-01-04T12:55:18.333" v="206" actId="14100"/>
          <ac:spMkLst>
            <pc:docMk/>
            <pc:sldMk cId="3988414533" sldId="274"/>
            <ac:spMk id="2" creationId="{A333AAFF-B718-7173-5F71-23875D9BB193}"/>
          </ac:spMkLst>
        </pc:spChg>
        <pc:spChg chg="mod">
          <ac:chgData name="Rachele Newman" userId="S::rm1c10@soton.ac.uk::69351afb-65e9-4c98-abf6-3350785a7d10" providerId="AD" clId="Web-{226AC051-0481-4A83-A911-295BABDACC75}" dt="2024-01-04T13:01:01.279" v="349" actId="20577"/>
          <ac:spMkLst>
            <pc:docMk/>
            <pc:sldMk cId="3988414533" sldId="274"/>
            <ac:spMk id="3" creationId="{B37C8871-9BF5-D95C-CF96-8851FC23967B}"/>
          </ac:spMkLst>
        </pc:spChg>
        <pc:spChg chg="mod">
          <ac:chgData name="Rachele Newman" userId="S::rm1c10@soton.ac.uk::69351afb-65e9-4c98-abf6-3350785a7d10" providerId="AD" clId="Web-{226AC051-0481-4A83-A911-295BABDACC75}" dt="2024-01-04T12:59:23.855" v="322" actId="20577"/>
          <ac:spMkLst>
            <pc:docMk/>
            <pc:sldMk cId="3988414533" sldId="274"/>
            <ac:spMk id="4" creationId="{5A3E39C4-F3C4-2099-AA8D-36DDFA3C8742}"/>
          </ac:spMkLst>
        </pc:spChg>
        <pc:spChg chg="add del mod">
          <ac:chgData name="Rachele Newman" userId="S::rm1c10@soton.ac.uk::69351afb-65e9-4c98-abf6-3350785a7d10" providerId="AD" clId="Web-{226AC051-0481-4A83-A911-295BABDACC75}" dt="2024-01-04T12:57:56.478" v="296"/>
          <ac:spMkLst>
            <pc:docMk/>
            <pc:sldMk cId="3988414533" sldId="274"/>
            <ac:spMk id="8" creationId="{2ACCE21E-C964-55F9-EE61-9FDCAA3EC8EA}"/>
          </ac:spMkLst>
        </pc:spChg>
        <pc:picChg chg="add mod">
          <ac:chgData name="Rachele Newman" userId="S::rm1c10@soton.ac.uk::69351afb-65e9-4c98-abf6-3350785a7d10" providerId="AD" clId="Web-{226AC051-0481-4A83-A911-295BABDACC75}" dt="2024-01-04T13:02:15.828" v="370" actId="14100"/>
          <ac:picMkLst>
            <pc:docMk/>
            <pc:sldMk cId="3988414533" sldId="274"/>
            <ac:picMk id="5" creationId="{E7DB9F5F-16D7-D847-532A-3175EEE642CD}"/>
          </ac:picMkLst>
        </pc:picChg>
        <pc:picChg chg="add del mod">
          <ac:chgData name="Rachele Newman" userId="S::rm1c10@soton.ac.uk::69351afb-65e9-4c98-abf6-3350785a7d10" providerId="AD" clId="Web-{226AC051-0481-4A83-A911-295BABDACC75}" dt="2024-01-04T12:56:02.022" v="215"/>
          <ac:picMkLst>
            <pc:docMk/>
            <pc:sldMk cId="3988414533" sldId="274"/>
            <ac:picMk id="6" creationId="{66D56394-8DA3-49CB-8FB3-3CCC96CB5609}"/>
          </ac:picMkLst>
        </pc:picChg>
        <pc:picChg chg="add del mod">
          <ac:chgData name="Rachele Newman" userId="S::rm1c10@soton.ac.uk::69351afb-65e9-4c98-abf6-3350785a7d10" providerId="AD" clId="Web-{226AC051-0481-4A83-A911-295BABDACC75}" dt="2024-01-04T12:58:05.447" v="299"/>
          <ac:picMkLst>
            <pc:docMk/>
            <pc:sldMk cId="3988414533" sldId="274"/>
            <ac:picMk id="7" creationId="{EBFFD683-4A9F-57B6-5306-487DD40BF77E}"/>
          </ac:picMkLst>
        </pc:picChg>
        <pc:picChg chg="add mod">
          <ac:chgData name="Rachele Newman" userId="S::rm1c10@soton.ac.uk::69351afb-65e9-4c98-abf6-3350785a7d10" providerId="AD" clId="Web-{226AC051-0481-4A83-A911-295BABDACC75}" dt="2024-01-04T12:58:47.370" v="308" actId="14100"/>
          <ac:picMkLst>
            <pc:docMk/>
            <pc:sldMk cId="3988414533" sldId="274"/>
            <ac:picMk id="9" creationId="{853D8EBC-A1C3-DE4D-6561-A8F5257CEA57}"/>
          </ac:picMkLst>
        </pc:picChg>
      </pc:sldChg>
      <pc:sldChg chg="addSp modSp new ord">
        <pc:chgData name="Rachele Newman" userId="S::rm1c10@soton.ac.uk::69351afb-65e9-4c98-abf6-3350785a7d10" providerId="AD" clId="Web-{226AC051-0481-4A83-A911-295BABDACC75}" dt="2024-01-04T13:04:17.628" v="384"/>
        <pc:sldMkLst>
          <pc:docMk/>
          <pc:sldMk cId="514893534" sldId="275"/>
        </pc:sldMkLst>
        <pc:spChg chg="mod">
          <ac:chgData name="Rachele Newman" userId="S::rm1c10@soton.ac.uk::69351afb-65e9-4c98-abf6-3350785a7d10" providerId="AD" clId="Web-{226AC051-0481-4A83-A911-295BABDACC75}" dt="2024-01-04T13:00:00.965" v="329" actId="14100"/>
          <ac:spMkLst>
            <pc:docMk/>
            <pc:sldMk cId="514893534" sldId="275"/>
            <ac:spMk id="2" creationId="{FC6765BB-8FEB-62D8-2A49-3812AF87EEAB}"/>
          </ac:spMkLst>
        </pc:spChg>
        <pc:spChg chg="mod">
          <ac:chgData name="Rachele Newman" userId="S::rm1c10@soton.ac.uk::69351afb-65e9-4c98-abf6-3350785a7d10" providerId="AD" clId="Web-{226AC051-0481-4A83-A911-295BABDACC75}" dt="2024-01-04T13:01:09.326" v="350" actId="20577"/>
          <ac:spMkLst>
            <pc:docMk/>
            <pc:sldMk cId="514893534" sldId="275"/>
            <ac:spMk id="3" creationId="{5D1686E4-DEF3-F7AE-8B42-AD0E986C7BAB}"/>
          </ac:spMkLst>
        </pc:spChg>
        <pc:spChg chg="mod">
          <ac:chgData name="Rachele Newman" userId="S::rm1c10@soton.ac.uk::69351afb-65e9-4c98-abf6-3350785a7d10" providerId="AD" clId="Web-{226AC051-0481-4A83-A911-295BABDACC75}" dt="2024-01-04T13:01:57.577" v="369" actId="20577"/>
          <ac:spMkLst>
            <pc:docMk/>
            <pc:sldMk cId="514893534" sldId="275"/>
            <ac:spMk id="4" creationId="{18387492-8C24-88AD-9DB2-F8C25AE3D279}"/>
          </ac:spMkLst>
        </pc:spChg>
        <pc:picChg chg="add mod">
          <ac:chgData name="Rachele Newman" userId="S::rm1c10@soton.ac.uk::69351afb-65e9-4c98-abf6-3350785a7d10" providerId="AD" clId="Web-{226AC051-0481-4A83-A911-295BABDACC75}" dt="2024-01-04T13:00:43.748" v="335" actId="14100"/>
          <ac:picMkLst>
            <pc:docMk/>
            <pc:sldMk cId="514893534" sldId="275"/>
            <ac:picMk id="5" creationId="{5AE1BAF4-996B-0EE4-902F-B15E7D2DBB85}"/>
          </ac:picMkLst>
        </pc:picChg>
        <pc:picChg chg="add mod">
          <ac:chgData name="Rachele Newman" userId="S::rm1c10@soton.ac.uk::69351afb-65e9-4c98-abf6-3350785a7d10" providerId="AD" clId="Web-{226AC051-0481-4A83-A911-295BABDACC75}" dt="2024-01-04T13:01:24.920" v="353" actId="1076"/>
          <ac:picMkLst>
            <pc:docMk/>
            <pc:sldMk cId="514893534" sldId="275"/>
            <ac:picMk id="6" creationId="{120C2282-9135-1EDA-BAD1-F968A4A6D92A}"/>
          </ac:picMkLst>
        </pc:picChg>
      </pc:sldChg>
      <pc:sldChg chg="addSp delSp modSp new">
        <pc:chgData name="Rachele Newman" userId="S::rm1c10@soton.ac.uk::69351afb-65e9-4c98-abf6-3350785a7d10" providerId="AD" clId="Web-{226AC051-0481-4A83-A911-295BABDACC75}" dt="2024-01-04T13:07:55.039" v="427" actId="14100"/>
        <pc:sldMkLst>
          <pc:docMk/>
          <pc:sldMk cId="2103837571" sldId="276"/>
        </pc:sldMkLst>
        <pc:spChg chg="mod">
          <ac:chgData name="Rachele Newman" userId="S::rm1c10@soton.ac.uk::69351afb-65e9-4c98-abf6-3350785a7d10" providerId="AD" clId="Web-{226AC051-0481-4A83-A911-295BABDACC75}" dt="2024-01-04T13:02:25.875" v="372" actId="14100"/>
          <ac:spMkLst>
            <pc:docMk/>
            <pc:sldMk cId="2103837571" sldId="276"/>
            <ac:spMk id="2" creationId="{431F3A12-656C-3065-DAA4-3924B3311377}"/>
          </ac:spMkLst>
        </pc:spChg>
        <pc:spChg chg="mod">
          <ac:chgData name="Rachele Newman" userId="S::rm1c10@soton.ac.uk::69351afb-65e9-4c98-abf6-3350785a7d10" providerId="AD" clId="Web-{226AC051-0481-4A83-A911-295BABDACC75}" dt="2024-01-04T13:07:47.039" v="426" actId="20577"/>
          <ac:spMkLst>
            <pc:docMk/>
            <pc:sldMk cId="2103837571" sldId="276"/>
            <ac:spMk id="3" creationId="{45857DAC-8367-E955-B955-8757EAB7B09D}"/>
          </ac:spMkLst>
        </pc:spChg>
        <pc:spChg chg="mod">
          <ac:chgData name="Rachele Newman" userId="S::rm1c10@soton.ac.uk::69351afb-65e9-4c98-abf6-3350785a7d10" providerId="AD" clId="Web-{226AC051-0481-4A83-A911-295BABDACC75}" dt="2024-01-04T13:07:44.398" v="425" actId="20577"/>
          <ac:spMkLst>
            <pc:docMk/>
            <pc:sldMk cId="2103837571" sldId="276"/>
            <ac:spMk id="4" creationId="{A1890C84-3EC7-79E0-1D31-75B98BC6AD62}"/>
          </ac:spMkLst>
        </pc:spChg>
        <pc:spChg chg="add mod">
          <ac:chgData name="Rachele Newman" userId="S::rm1c10@soton.ac.uk::69351afb-65e9-4c98-abf6-3350785a7d10" providerId="AD" clId="Web-{226AC051-0481-4A83-A911-295BABDACC75}" dt="2024-01-04T13:07:55.039" v="427" actId="14100"/>
          <ac:spMkLst>
            <pc:docMk/>
            <pc:sldMk cId="2103837571" sldId="276"/>
            <ac:spMk id="7" creationId="{D49AC906-3BD6-64BC-0AE4-6ED968C29EE4}"/>
          </ac:spMkLst>
        </pc:spChg>
        <pc:picChg chg="add mod">
          <ac:chgData name="Rachele Newman" userId="S::rm1c10@soton.ac.uk::69351afb-65e9-4c98-abf6-3350785a7d10" providerId="AD" clId="Web-{226AC051-0481-4A83-A911-295BABDACC75}" dt="2024-01-04T13:04:43.457" v="392" actId="14100"/>
          <ac:picMkLst>
            <pc:docMk/>
            <pc:sldMk cId="2103837571" sldId="276"/>
            <ac:picMk id="5" creationId="{0508887D-E7DC-7969-F83D-B15244C30D5C}"/>
          </ac:picMkLst>
        </pc:picChg>
        <pc:picChg chg="add del mod">
          <ac:chgData name="Rachele Newman" userId="S::rm1c10@soton.ac.uk::69351afb-65e9-4c98-abf6-3350785a7d10" providerId="AD" clId="Web-{226AC051-0481-4A83-A911-295BABDACC75}" dt="2024-01-04T13:05:11.192" v="404"/>
          <ac:picMkLst>
            <pc:docMk/>
            <pc:sldMk cId="2103837571" sldId="276"/>
            <ac:picMk id="6" creationId="{EA3B9680-525F-49E5-1A86-AF5135D0391B}"/>
          </ac:picMkLst>
        </pc:picChg>
        <pc:picChg chg="add mod">
          <ac:chgData name="Rachele Newman" userId="S::rm1c10@soton.ac.uk::69351afb-65e9-4c98-abf6-3350785a7d10" providerId="AD" clId="Web-{226AC051-0481-4A83-A911-295BABDACC75}" dt="2024-01-04T13:06:50.210" v="416" actId="14100"/>
          <ac:picMkLst>
            <pc:docMk/>
            <pc:sldMk cId="2103837571" sldId="276"/>
            <ac:picMk id="8" creationId="{A18FA7D2-CA83-DDBB-0A7F-5537CDBF56BB}"/>
          </ac:picMkLst>
        </pc:picChg>
      </pc:sldChg>
    </pc:docChg>
  </pc:docChgLst>
  <pc:docChgLst>
    <pc:chgData name="Rachele Newman" userId="S::rm1c10@soton.ac.uk::69351afb-65e9-4c98-abf6-3350785a7d10" providerId="AD" clId="Web-{BE26E8D2-083F-457A-98D9-75ABBFB0EABE}"/>
    <pc:docChg chg="delSld modSld">
      <pc:chgData name="Rachele Newman" userId="S::rm1c10@soton.ac.uk::69351afb-65e9-4c98-abf6-3350785a7d10" providerId="AD" clId="Web-{BE26E8D2-083F-457A-98D9-75ABBFB0EABE}" dt="2024-01-04T13:11:52.586" v="96"/>
      <pc:docMkLst>
        <pc:docMk/>
      </pc:docMkLst>
      <pc:sldChg chg="del">
        <pc:chgData name="Rachele Newman" userId="S::rm1c10@soton.ac.uk::69351afb-65e9-4c98-abf6-3350785a7d10" providerId="AD" clId="Web-{BE26E8D2-083F-457A-98D9-75ABBFB0EABE}" dt="2024-01-04T13:11:25.803" v="89"/>
        <pc:sldMkLst>
          <pc:docMk/>
          <pc:sldMk cId="0" sldId="256"/>
        </pc:sldMkLst>
      </pc:sldChg>
      <pc:sldChg chg="del">
        <pc:chgData name="Rachele Newman" userId="S::rm1c10@soton.ac.uk::69351afb-65e9-4c98-abf6-3350785a7d10" providerId="AD" clId="Web-{BE26E8D2-083F-457A-98D9-75ABBFB0EABE}" dt="2024-01-04T13:11:25.819" v="90"/>
        <pc:sldMkLst>
          <pc:docMk/>
          <pc:sldMk cId="2849957103" sldId="270"/>
        </pc:sldMkLst>
      </pc:sldChg>
      <pc:sldChg chg="modSp">
        <pc:chgData name="Rachele Newman" userId="S::rm1c10@soton.ac.uk::69351afb-65e9-4c98-abf6-3350785a7d10" providerId="AD" clId="Web-{BE26E8D2-083F-457A-98D9-75ABBFB0EABE}" dt="2024-01-04T13:11:40.273" v="92"/>
        <pc:sldMkLst>
          <pc:docMk/>
          <pc:sldMk cId="3988414533" sldId="274"/>
        </pc:sldMkLst>
        <pc:spChg chg="mod">
          <ac:chgData name="Rachele Newman" userId="S::rm1c10@soton.ac.uk::69351afb-65e9-4c98-abf6-3350785a7d10" providerId="AD" clId="Web-{BE26E8D2-083F-457A-98D9-75ABBFB0EABE}" dt="2024-01-04T13:11:35.445" v="91"/>
          <ac:spMkLst>
            <pc:docMk/>
            <pc:sldMk cId="3988414533" sldId="274"/>
            <ac:spMk id="3" creationId="{B37C8871-9BF5-D95C-CF96-8851FC23967B}"/>
          </ac:spMkLst>
        </pc:spChg>
        <pc:spChg chg="mod">
          <ac:chgData name="Rachele Newman" userId="S::rm1c10@soton.ac.uk::69351afb-65e9-4c98-abf6-3350785a7d10" providerId="AD" clId="Web-{BE26E8D2-083F-457A-98D9-75ABBFB0EABE}" dt="2024-01-04T13:11:40.273" v="92"/>
          <ac:spMkLst>
            <pc:docMk/>
            <pc:sldMk cId="3988414533" sldId="274"/>
            <ac:spMk id="4" creationId="{5A3E39C4-F3C4-2099-AA8D-36DDFA3C8742}"/>
          </ac:spMkLst>
        </pc:spChg>
      </pc:sldChg>
      <pc:sldChg chg="modSp">
        <pc:chgData name="Rachele Newman" userId="S::rm1c10@soton.ac.uk::69351afb-65e9-4c98-abf6-3350785a7d10" providerId="AD" clId="Web-{BE26E8D2-083F-457A-98D9-75ABBFB0EABE}" dt="2024-01-04T13:11:46.289" v="94"/>
        <pc:sldMkLst>
          <pc:docMk/>
          <pc:sldMk cId="514893534" sldId="275"/>
        </pc:sldMkLst>
        <pc:spChg chg="mod">
          <ac:chgData name="Rachele Newman" userId="S::rm1c10@soton.ac.uk::69351afb-65e9-4c98-abf6-3350785a7d10" providerId="AD" clId="Web-{BE26E8D2-083F-457A-98D9-75ABBFB0EABE}" dt="2024-01-04T13:11:44.383" v="93"/>
          <ac:spMkLst>
            <pc:docMk/>
            <pc:sldMk cId="514893534" sldId="275"/>
            <ac:spMk id="3" creationId="{5D1686E4-DEF3-F7AE-8B42-AD0E986C7BAB}"/>
          </ac:spMkLst>
        </pc:spChg>
        <pc:spChg chg="mod">
          <ac:chgData name="Rachele Newman" userId="S::rm1c10@soton.ac.uk::69351afb-65e9-4c98-abf6-3350785a7d10" providerId="AD" clId="Web-{BE26E8D2-083F-457A-98D9-75ABBFB0EABE}" dt="2024-01-04T13:11:46.289" v="94"/>
          <ac:spMkLst>
            <pc:docMk/>
            <pc:sldMk cId="514893534" sldId="275"/>
            <ac:spMk id="4" creationId="{18387492-8C24-88AD-9DB2-F8C25AE3D279}"/>
          </ac:spMkLst>
        </pc:spChg>
      </pc:sldChg>
      <pc:sldChg chg="modSp">
        <pc:chgData name="Rachele Newman" userId="S::rm1c10@soton.ac.uk::69351afb-65e9-4c98-abf6-3350785a7d10" providerId="AD" clId="Web-{BE26E8D2-083F-457A-98D9-75ABBFB0EABE}" dt="2024-01-04T13:11:52.586" v="96"/>
        <pc:sldMkLst>
          <pc:docMk/>
          <pc:sldMk cId="2103837571" sldId="276"/>
        </pc:sldMkLst>
        <pc:spChg chg="mod">
          <ac:chgData name="Rachele Newman" userId="S::rm1c10@soton.ac.uk::69351afb-65e9-4c98-abf6-3350785a7d10" providerId="AD" clId="Web-{BE26E8D2-083F-457A-98D9-75ABBFB0EABE}" dt="2024-01-04T13:11:50.617" v="95"/>
          <ac:spMkLst>
            <pc:docMk/>
            <pc:sldMk cId="2103837571" sldId="276"/>
            <ac:spMk id="3" creationId="{45857DAC-8367-E955-B955-8757EAB7B09D}"/>
          </ac:spMkLst>
        </pc:spChg>
        <pc:spChg chg="mod">
          <ac:chgData name="Rachele Newman" userId="S::rm1c10@soton.ac.uk::69351afb-65e9-4c98-abf6-3350785a7d10" providerId="AD" clId="Web-{BE26E8D2-083F-457A-98D9-75ABBFB0EABE}" dt="2024-01-04T13:11:52.586" v="96"/>
          <ac:spMkLst>
            <pc:docMk/>
            <pc:sldMk cId="2103837571" sldId="276"/>
            <ac:spMk id="4" creationId="{A1890C84-3EC7-79E0-1D31-75B98BC6AD62}"/>
          </ac:spMkLst>
        </pc:spChg>
        <pc:spChg chg="mod">
          <ac:chgData name="Rachele Newman" userId="S::rm1c10@soton.ac.uk::69351afb-65e9-4c98-abf6-3350785a7d10" providerId="AD" clId="Web-{BE26E8D2-083F-457A-98D9-75ABBFB0EABE}" dt="2024-01-04T13:10:55.676" v="88" actId="14100"/>
          <ac:spMkLst>
            <pc:docMk/>
            <pc:sldMk cId="2103837571" sldId="276"/>
            <ac:spMk id="7" creationId="{D49AC906-3BD6-64BC-0AE4-6ED968C29EE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5183188" y="987425"/>
            <a:ext cx="6172200" cy="4873625"/>
          </a:xfrm>
          <a:prstGeom prst="rect">
            <a:avLst/>
          </a:prstGeom>
          <a:noFill/>
          <a:ln>
            <a:noFill/>
          </a:ln>
        </p:spPr>
      </p:sp>
      <p:sp>
        <p:nvSpPr>
          <p:cNvPr id="64" name="Google Shape;64;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96209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
        <p:cNvGrpSpPr/>
        <p:nvPr/>
      </p:nvGrpSpPr>
      <p:grpSpPr>
        <a:xfrm>
          <a:off x="0" y="0"/>
          <a:ext cx="0" cy="0"/>
          <a:chOff x="0" y="0"/>
          <a:chExt cx="0" cy="0"/>
        </a:xfrm>
      </p:grpSpPr>
      <p:sp>
        <p:nvSpPr>
          <p:cNvPr id="20" name="Google Shape;2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6166336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5"/>
        <p:cNvGrpSpPr/>
        <p:nvPr/>
      </p:nvGrpSpPr>
      <p:grpSpPr>
        <a:xfrm>
          <a:off x="0" y="0"/>
          <a:ext cx="0" cy="0"/>
          <a:chOff x="0" y="0"/>
          <a:chExt cx="0" cy="0"/>
        </a:xfrm>
      </p:grpSpPr>
      <p:sp>
        <p:nvSpPr>
          <p:cNvPr id="26" name="Google Shape;26;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8" name="Google Shape;2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20735281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1"/>
        <p:cNvGrpSpPr/>
        <p:nvPr/>
      </p:nvGrpSpPr>
      <p:grpSpPr>
        <a:xfrm>
          <a:off x="0" y="0"/>
          <a:ext cx="0" cy="0"/>
          <a:chOff x="0" y="0"/>
          <a:chExt cx="0" cy="0"/>
        </a:xfrm>
      </p:grpSpPr>
      <p:sp>
        <p:nvSpPr>
          <p:cNvPr id="32" name="Google Shape;32;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3871996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7"/>
        <p:cNvGrpSpPr/>
        <p:nvPr/>
      </p:nvGrpSpPr>
      <p:grpSpPr>
        <a:xfrm>
          <a:off x="0" y="0"/>
          <a:ext cx="0" cy="0"/>
          <a:chOff x="0" y="0"/>
          <a:chExt cx="0" cy="0"/>
        </a:xfrm>
      </p:grpSpPr>
      <p:sp>
        <p:nvSpPr>
          <p:cNvPr id="38" name="Google Shape;38;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1101385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4"/>
        <p:cNvGrpSpPr/>
        <p:nvPr/>
      </p:nvGrpSpPr>
      <p:grpSpPr>
        <a:xfrm>
          <a:off x="0" y="0"/>
          <a:ext cx="0" cy="0"/>
          <a:chOff x="0" y="0"/>
          <a:chExt cx="0" cy="0"/>
        </a:xfrm>
      </p:grpSpPr>
      <p:sp>
        <p:nvSpPr>
          <p:cNvPr id="45" name="Google Shape;45;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27344942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3"/>
        <p:cNvGrpSpPr/>
        <p:nvPr/>
      </p:nvGrpSpPr>
      <p:grpSpPr>
        <a:xfrm>
          <a:off x="0" y="0"/>
          <a:ext cx="0" cy="0"/>
          <a:chOff x="0" y="0"/>
          <a:chExt cx="0" cy="0"/>
        </a:xfrm>
      </p:grpSpPr>
      <p:sp>
        <p:nvSpPr>
          <p:cNvPr id="54" name="Google Shape;54;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41646430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8148534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2"/>
          <p:cNvSpPr>
            <a:spLocks noGrp="1"/>
          </p:cNvSpPr>
          <p:nvPr>
            <p:ph type="pic" idx="2"/>
          </p:nvPr>
        </p:nvSpPr>
        <p:spPr>
          <a:xfrm>
            <a:off x="5183188" y="987425"/>
            <a:ext cx="6172200" cy="4873625"/>
          </a:xfrm>
          <a:prstGeom prst="rect">
            <a:avLst/>
          </a:prstGeom>
          <a:noFill/>
          <a:ln>
            <a:noFill/>
          </a:ln>
        </p:spPr>
      </p:sp>
      <p:sp>
        <p:nvSpPr>
          <p:cNvPr id="68" name="Google Shape;68;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20777918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6223633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4057873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8672255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hyperlink" Target="http://creativecommons.org/licenses/by-nc-sa/4.0/?ref=chooser-v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3AAFF-B718-7173-5F71-23875D9BB193}"/>
              </a:ext>
            </a:extLst>
          </p:cNvPr>
          <p:cNvSpPr>
            <a:spLocks noGrp="1"/>
          </p:cNvSpPr>
          <p:nvPr>
            <p:ph type="title"/>
          </p:nvPr>
        </p:nvSpPr>
        <p:spPr>
          <a:xfrm>
            <a:off x="838200" y="365125"/>
            <a:ext cx="10515600" cy="284783"/>
          </a:xfrm>
        </p:spPr>
        <p:txBody>
          <a:bodyPr>
            <a:normAutofit fontScale="90000"/>
          </a:bodyPr>
          <a:lstStyle/>
          <a:p>
            <a:endParaRPr lang="en-US"/>
          </a:p>
        </p:txBody>
      </p:sp>
      <p:sp>
        <p:nvSpPr>
          <p:cNvPr id="3" name="Text Placeholder 2">
            <a:extLst>
              <a:ext uri="{FF2B5EF4-FFF2-40B4-BE49-F238E27FC236}">
                <a16:creationId xmlns:a16="http://schemas.microsoft.com/office/drawing/2014/main" id="{B37C8871-9BF5-D95C-CF96-8851FC23967B}"/>
              </a:ext>
            </a:extLst>
          </p:cNvPr>
          <p:cNvSpPr>
            <a:spLocks noGrp="1"/>
          </p:cNvSpPr>
          <p:nvPr>
            <p:ph type="body" idx="1"/>
          </p:nvPr>
        </p:nvSpPr>
        <p:spPr>
          <a:xfrm>
            <a:off x="838200" y="849894"/>
            <a:ext cx="5181600" cy="5327069"/>
          </a:xfrm>
          <a:ln>
            <a:solidFill>
              <a:srgbClr val="4472C4"/>
            </a:solidFill>
          </a:ln>
        </p:spPr>
        <p:txBody>
          <a:bodyPr/>
          <a:lstStyle/>
          <a:p>
            <a:pPr marL="114300" indent="0">
              <a:buNone/>
            </a:pPr>
            <a:endParaRPr lang="en-GB" sz="1600">
              <a:latin typeface="Arial"/>
              <a:cs typeface="Arial"/>
            </a:endParaRPr>
          </a:p>
          <a:p>
            <a:pPr marL="114300" indent="0">
              <a:buNone/>
            </a:pPr>
            <a:endParaRPr lang="en-GB" sz="1600">
              <a:latin typeface="Arial"/>
              <a:cs typeface="Arial"/>
            </a:endParaRPr>
          </a:p>
          <a:p>
            <a:pPr marL="114300" indent="0">
              <a:buNone/>
            </a:pPr>
            <a:r>
              <a:rPr lang="en-GB" sz="2400" b="1" dirty="0">
                <a:latin typeface="Arial"/>
                <a:cs typeface="Arial"/>
              </a:rPr>
              <a:t>Captain Edward</a:t>
            </a:r>
          </a:p>
          <a:p>
            <a:pPr marL="114300" indent="0">
              <a:buNone/>
            </a:pPr>
            <a:r>
              <a:rPr lang="en-GB" sz="2400" b="1" dirty="0">
                <a:latin typeface="Arial"/>
                <a:cs typeface="Arial"/>
              </a:rPr>
              <a:t>Smith</a:t>
            </a:r>
            <a:endParaRPr lang="en-GB" b="1" dirty="0"/>
          </a:p>
          <a:p>
            <a:pPr marL="114300" indent="0">
              <a:buNone/>
            </a:pPr>
            <a:endParaRPr lang="en-GB" sz="1600">
              <a:latin typeface="Arial"/>
              <a:cs typeface="Arial"/>
            </a:endParaRPr>
          </a:p>
          <a:p>
            <a:pPr marL="114300" indent="0">
              <a:buNone/>
            </a:pPr>
            <a:endParaRPr lang="en-GB" sz="1600">
              <a:latin typeface="Arial"/>
              <a:cs typeface="Arial"/>
            </a:endParaRPr>
          </a:p>
          <a:p>
            <a:pPr marL="114300" indent="0">
              <a:buNone/>
            </a:pPr>
            <a:endParaRPr lang="en-GB" sz="1600">
              <a:latin typeface="Arial"/>
              <a:cs typeface="Arial"/>
            </a:endParaRPr>
          </a:p>
          <a:p>
            <a:pPr marL="114300" indent="0">
              <a:buNone/>
            </a:pPr>
            <a:endParaRPr lang="en-GB" sz="1600">
              <a:latin typeface="Arial"/>
              <a:cs typeface="Arial"/>
            </a:endParaRPr>
          </a:p>
          <a:p>
            <a:pPr marL="114300" indent="0">
              <a:buNone/>
            </a:pPr>
            <a:r>
              <a:rPr lang="en-GB" sz="1600" dirty="0">
                <a:latin typeface="Arial"/>
                <a:cs typeface="Arial"/>
              </a:rPr>
              <a:t>Smith was a respected captain and lived in Southampton. He probably had a comfortable home being a respected and experienced captain. Smith was in charge of the Titanic and had many years of experience at sea. Being captain of Titanic was a big opportunity for Smith, he had never captained such a big and famous ship before. Smith lost his life when the ship sank. </a:t>
            </a:r>
            <a:endParaRPr lang="en-US" sz="1600" dirty="0">
              <a:latin typeface="Arial"/>
              <a:cs typeface="Arial"/>
            </a:endParaRPr>
          </a:p>
          <a:p>
            <a:endParaRPr lang="en-US"/>
          </a:p>
        </p:txBody>
      </p:sp>
      <p:sp>
        <p:nvSpPr>
          <p:cNvPr id="4" name="Text Placeholder 3">
            <a:extLst>
              <a:ext uri="{FF2B5EF4-FFF2-40B4-BE49-F238E27FC236}">
                <a16:creationId xmlns:a16="http://schemas.microsoft.com/office/drawing/2014/main" id="{5A3E39C4-F3C4-2099-AA8D-36DDFA3C8742}"/>
              </a:ext>
            </a:extLst>
          </p:cNvPr>
          <p:cNvSpPr>
            <a:spLocks noGrp="1"/>
          </p:cNvSpPr>
          <p:nvPr>
            <p:ph type="body" idx="2"/>
          </p:nvPr>
        </p:nvSpPr>
        <p:spPr>
          <a:xfrm>
            <a:off x="6172200" y="849894"/>
            <a:ext cx="5181600" cy="5327069"/>
          </a:xfrm>
          <a:ln>
            <a:solidFill>
              <a:srgbClr val="4472C4"/>
            </a:solidFill>
          </a:ln>
        </p:spPr>
        <p:txBody>
          <a:bodyPr/>
          <a:lstStyle/>
          <a:p>
            <a:pPr marL="114300" indent="0">
              <a:spcBef>
                <a:spcPts val="0"/>
              </a:spcBef>
              <a:buNone/>
            </a:pPr>
            <a:endParaRPr lang="en-GB" sz="1600" b="1">
              <a:latin typeface="Arial"/>
              <a:cs typeface="Arial"/>
            </a:endParaRPr>
          </a:p>
          <a:p>
            <a:pPr marL="114300" indent="0">
              <a:spcBef>
                <a:spcPts val="0"/>
              </a:spcBef>
              <a:buNone/>
            </a:pPr>
            <a:endParaRPr lang="en-GB" sz="1600" b="1">
              <a:latin typeface="Arial"/>
              <a:cs typeface="Arial"/>
            </a:endParaRPr>
          </a:p>
          <a:p>
            <a:pPr marL="114300" indent="0">
              <a:spcBef>
                <a:spcPts val="0"/>
              </a:spcBef>
              <a:buNone/>
            </a:pPr>
            <a:endParaRPr lang="en-GB" sz="1600" b="1">
              <a:latin typeface="Arial"/>
              <a:cs typeface="Arial"/>
            </a:endParaRPr>
          </a:p>
          <a:p>
            <a:pPr marL="114300" indent="0">
              <a:spcBef>
                <a:spcPts val="0"/>
              </a:spcBef>
              <a:buNone/>
            </a:pPr>
            <a:r>
              <a:rPr lang="en-GB" sz="2000" b="1">
                <a:latin typeface="Arial"/>
                <a:cs typeface="Arial"/>
              </a:rPr>
              <a:t>Alfred Frank Evans </a:t>
            </a:r>
            <a:endParaRPr lang="en-US" sz="2000">
              <a:latin typeface="Arial"/>
              <a:cs typeface="Arial"/>
            </a:endParaRPr>
          </a:p>
          <a:p>
            <a:pPr>
              <a:spcBef>
                <a:spcPts val="0"/>
              </a:spcBef>
            </a:pPr>
            <a:endParaRPr lang="en-US" sz="1600">
              <a:latin typeface="Arial"/>
              <a:cs typeface="Arial"/>
            </a:endParaRPr>
          </a:p>
          <a:p>
            <a:pPr marL="114300" indent="0">
              <a:spcBef>
                <a:spcPts val="0"/>
              </a:spcBef>
              <a:buNone/>
            </a:pPr>
            <a:endParaRPr lang="en-GB" sz="1600">
              <a:latin typeface="Arial"/>
              <a:cs typeface="Arial"/>
            </a:endParaRPr>
          </a:p>
          <a:p>
            <a:pPr marL="114300" indent="0">
              <a:spcBef>
                <a:spcPts val="0"/>
              </a:spcBef>
              <a:buNone/>
            </a:pPr>
            <a:endParaRPr lang="en-GB" sz="1600">
              <a:latin typeface="Arial"/>
              <a:cs typeface="Arial"/>
            </a:endParaRPr>
          </a:p>
          <a:p>
            <a:pPr marL="114300" indent="0">
              <a:spcBef>
                <a:spcPts val="0"/>
              </a:spcBef>
              <a:buNone/>
            </a:pPr>
            <a:endParaRPr lang="en-GB" sz="1600">
              <a:latin typeface="Arial"/>
              <a:cs typeface="Arial"/>
            </a:endParaRPr>
          </a:p>
          <a:p>
            <a:pPr marL="114300" indent="0">
              <a:spcBef>
                <a:spcPts val="0"/>
              </a:spcBef>
              <a:buNone/>
            </a:pPr>
            <a:endParaRPr lang="en-GB" sz="1600">
              <a:latin typeface="Arial"/>
              <a:cs typeface="Arial"/>
            </a:endParaRPr>
          </a:p>
          <a:p>
            <a:pPr marL="114300" indent="0">
              <a:spcBef>
                <a:spcPts val="0"/>
              </a:spcBef>
              <a:buNone/>
            </a:pPr>
            <a:endParaRPr lang="en-GB" sz="1600">
              <a:latin typeface="Arial"/>
              <a:cs typeface="Arial"/>
            </a:endParaRPr>
          </a:p>
          <a:p>
            <a:pPr marL="114300" indent="0">
              <a:spcBef>
                <a:spcPts val="0"/>
              </a:spcBef>
              <a:buNone/>
            </a:pPr>
            <a:endParaRPr lang="en-GB" sz="1600">
              <a:latin typeface="Arial"/>
              <a:cs typeface="Arial"/>
            </a:endParaRPr>
          </a:p>
          <a:p>
            <a:pPr marL="114300" indent="0">
              <a:spcBef>
                <a:spcPts val="0"/>
              </a:spcBef>
              <a:buNone/>
            </a:pPr>
            <a:endParaRPr lang="en-GB" sz="1600">
              <a:latin typeface="Arial"/>
              <a:cs typeface="Arial"/>
            </a:endParaRPr>
          </a:p>
          <a:p>
            <a:pPr marL="114300" indent="0">
              <a:spcBef>
                <a:spcPts val="0"/>
              </a:spcBef>
              <a:buNone/>
            </a:pPr>
            <a:endParaRPr lang="en-GB" sz="1600">
              <a:latin typeface="Arial"/>
              <a:cs typeface="Arial"/>
            </a:endParaRPr>
          </a:p>
          <a:p>
            <a:pPr marL="114300" indent="0">
              <a:spcBef>
                <a:spcPts val="0"/>
              </a:spcBef>
              <a:buNone/>
            </a:pPr>
            <a:r>
              <a:rPr lang="en-GB" sz="1600">
                <a:latin typeface="Arial"/>
                <a:cs typeface="Arial"/>
              </a:rPr>
              <a:t>Evans lived in Southampton in a part of the city with other maritime workers, he probably lived in a small house or apartment. Evans worked as an able seaman on the Titanic, he had skills handling ropes and assisting with maintenance. The Titanic gave Evans the chance to work on a large and famous ship. He did not survive the sinking.</a:t>
            </a:r>
            <a:endParaRPr lang="en-US" sz="1600">
              <a:latin typeface="Arial"/>
              <a:cs typeface="Arial"/>
            </a:endParaRPr>
          </a:p>
          <a:p>
            <a:endParaRPr lang="en-US"/>
          </a:p>
        </p:txBody>
      </p:sp>
      <p:pic>
        <p:nvPicPr>
          <p:cNvPr id="5" name="Picture 4" descr="Image result for captain edward smith">
            <a:extLst>
              <a:ext uri="{FF2B5EF4-FFF2-40B4-BE49-F238E27FC236}">
                <a16:creationId xmlns:a16="http://schemas.microsoft.com/office/drawing/2014/main" id="{E7DB9F5F-16D7-D847-532A-3175EEE642CD}"/>
              </a:ext>
            </a:extLst>
          </p:cNvPr>
          <p:cNvPicPr>
            <a:picLocks noChangeAspect="1"/>
          </p:cNvPicPr>
          <p:nvPr/>
        </p:nvPicPr>
        <p:blipFill>
          <a:blip r:embed="rId2"/>
          <a:stretch>
            <a:fillRect/>
          </a:stretch>
        </p:blipFill>
        <p:spPr>
          <a:xfrm>
            <a:off x="3479878" y="926597"/>
            <a:ext cx="2082025" cy="2402855"/>
          </a:xfrm>
          <a:prstGeom prst="rect">
            <a:avLst/>
          </a:prstGeom>
        </p:spPr>
      </p:pic>
      <p:pic>
        <p:nvPicPr>
          <p:cNvPr id="9" name="Picture 8" descr="Image result for Alfred frank evans titanic">
            <a:extLst>
              <a:ext uri="{FF2B5EF4-FFF2-40B4-BE49-F238E27FC236}">
                <a16:creationId xmlns:a16="http://schemas.microsoft.com/office/drawing/2014/main" id="{853D8EBC-A1C3-DE4D-6561-A8F5257CEA57}"/>
              </a:ext>
            </a:extLst>
          </p:cNvPr>
          <p:cNvPicPr>
            <a:picLocks noChangeAspect="1"/>
          </p:cNvPicPr>
          <p:nvPr/>
        </p:nvPicPr>
        <p:blipFill>
          <a:blip r:embed="rId3"/>
          <a:stretch>
            <a:fillRect/>
          </a:stretch>
        </p:blipFill>
        <p:spPr>
          <a:xfrm>
            <a:off x="9373065" y="1000009"/>
            <a:ext cx="1716358" cy="2386128"/>
          </a:xfrm>
          <a:prstGeom prst="rect">
            <a:avLst/>
          </a:prstGeom>
        </p:spPr>
      </p:pic>
    </p:spTree>
    <p:extLst>
      <p:ext uri="{BB962C8B-B14F-4D97-AF65-F5344CB8AC3E}">
        <p14:creationId xmlns:p14="http://schemas.microsoft.com/office/powerpoint/2010/main" val="3988414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765BB-8FEB-62D8-2A49-3812AF87EEAB}"/>
              </a:ext>
            </a:extLst>
          </p:cNvPr>
          <p:cNvSpPr>
            <a:spLocks noGrp="1"/>
          </p:cNvSpPr>
          <p:nvPr>
            <p:ph type="title"/>
          </p:nvPr>
        </p:nvSpPr>
        <p:spPr>
          <a:xfrm>
            <a:off x="838200" y="365125"/>
            <a:ext cx="10515600" cy="247612"/>
          </a:xfrm>
        </p:spPr>
        <p:txBody>
          <a:bodyPr>
            <a:normAutofit fontScale="90000"/>
          </a:bodyPr>
          <a:lstStyle/>
          <a:p>
            <a:endParaRPr lang="en-US"/>
          </a:p>
        </p:txBody>
      </p:sp>
      <p:sp>
        <p:nvSpPr>
          <p:cNvPr id="3" name="Text Placeholder 2">
            <a:extLst>
              <a:ext uri="{FF2B5EF4-FFF2-40B4-BE49-F238E27FC236}">
                <a16:creationId xmlns:a16="http://schemas.microsoft.com/office/drawing/2014/main" id="{5D1686E4-DEF3-F7AE-8B42-AD0E986C7BAB}"/>
              </a:ext>
            </a:extLst>
          </p:cNvPr>
          <p:cNvSpPr>
            <a:spLocks noGrp="1"/>
          </p:cNvSpPr>
          <p:nvPr>
            <p:ph type="body" idx="1"/>
          </p:nvPr>
        </p:nvSpPr>
        <p:spPr>
          <a:xfrm>
            <a:off x="838200" y="1026455"/>
            <a:ext cx="5181600" cy="5150508"/>
          </a:xfrm>
          <a:ln>
            <a:solidFill>
              <a:srgbClr val="4472C4"/>
            </a:solidFill>
          </a:ln>
        </p:spPr>
        <p:txBody>
          <a:bodyPr>
            <a:normAutofit/>
          </a:bodyPr>
          <a:lstStyle/>
          <a:p>
            <a:pPr marL="114300" indent="0">
              <a:lnSpc>
                <a:spcPct val="100000"/>
              </a:lnSpc>
              <a:spcBef>
                <a:spcPts val="0"/>
              </a:spcBef>
              <a:buNone/>
            </a:pPr>
            <a:endParaRPr lang="en-GB" sz="2400" b="1">
              <a:latin typeface="Arial"/>
              <a:cs typeface="Arial"/>
            </a:endParaRPr>
          </a:p>
          <a:p>
            <a:pPr marL="114300" indent="0">
              <a:lnSpc>
                <a:spcPct val="100000"/>
              </a:lnSpc>
              <a:spcBef>
                <a:spcPts val="0"/>
              </a:spcBef>
              <a:buNone/>
            </a:pPr>
            <a:endParaRPr lang="en-GB" sz="2400" b="1">
              <a:latin typeface="Arial"/>
              <a:cs typeface="Arial"/>
            </a:endParaRPr>
          </a:p>
          <a:p>
            <a:pPr marL="114300" indent="0">
              <a:lnSpc>
                <a:spcPct val="100000"/>
              </a:lnSpc>
              <a:spcBef>
                <a:spcPts val="0"/>
              </a:spcBef>
              <a:buNone/>
            </a:pPr>
            <a:r>
              <a:rPr lang="en-GB" sz="2400" b="1">
                <a:latin typeface="Arial"/>
                <a:cs typeface="Arial"/>
              </a:rPr>
              <a:t>Frederick Fleet </a:t>
            </a:r>
            <a:r>
              <a:rPr lang="en-US" sz="2400">
                <a:latin typeface="Arial"/>
                <a:cs typeface="Arial"/>
              </a:rPr>
              <a:t> </a:t>
            </a:r>
            <a:br>
              <a:rPr lang="en-US" sz="2400">
                <a:latin typeface="Arial"/>
                <a:cs typeface="Arial"/>
              </a:rPr>
            </a:br>
            <a:r>
              <a:rPr lang="en-US" sz="2400">
                <a:latin typeface="Arial"/>
                <a:cs typeface="Arial"/>
              </a:rPr>
              <a:t> </a:t>
            </a:r>
            <a:endParaRPr lang="en-US"/>
          </a:p>
          <a:p>
            <a:pPr marL="114300" indent="0">
              <a:lnSpc>
                <a:spcPct val="100000"/>
              </a:lnSpc>
              <a:spcBef>
                <a:spcPts val="0"/>
              </a:spcBef>
              <a:buNone/>
            </a:pPr>
            <a:endParaRPr lang="en-GB" sz="1600">
              <a:latin typeface="Arial"/>
              <a:cs typeface="Arial"/>
            </a:endParaRPr>
          </a:p>
          <a:p>
            <a:pPr marL="114300" indent="0">
              <a:lnSpc>
                <a:spcPct val="100000"/>
              </a:lnSpc>
              <a:spcBef>
                <a:spcPts val="0"/>
              </a:spcBef>
              <a:buNone/>
            </a:pPr>
            <a:endParaRPr lang="en-GB" sz="1600">
              <a:latin typeface="Arial"/>
              <a:cs typeface="Arial"/>
            </a:endParaRPr>
          </a:p>
          <a:p>
            <a:pPr marL="114300" indent="0">
              <a:lnSpc>
                <a:spcPct val="100000"/>
              </a:lnSpc>
              <a:spcBef>
                <a:spcPts val="0"/>
              </a:spcBef>
              <a:buNone/>
            </a:pPr>
            <a:endParaRPr lang="en-GB" sz="1600">
              <a:latin typeface="Arial"/>
              <a:cs typeface="Arial"/>
            </a:endParaRPr>
          </a:p>
          <a:p>
            <a:pPr marL="114300" indent="0">
              <a:lnSpc>
                <a:spcPct val="100000"/>
              </a:lnSpc>
              <a:spcBef>
                <a:spcPts val="0"/>
              </a:spcBef>
              <a:buNone/>
            </a:pPr>
            <a:endParaRPr lang="en-GB" sz="1600">
              <a:latin typeface="Arial"/>
              <a:cs typeface="Arial"/>
            </a:endParaRPr>
          </a:p>
          <a:p>
            <a:pPr marL="114300" indent="0">
              <a:lnSpc>
                <a:spcPct val="100000"/>
              </a:lnSpc>
              <a:spcBef>
                <a:spcPts val="0"/>
              </a:spcBef>
              <a:buNone/>
            </a:pPr>
            <a:endParaRPr lang="en-GB" sz="1600">
              <a:latin typeface="Arial"/>
              <a:cs typeface="Arial"/>
            </a:endParaRPr>
          </a:p>
          <a:p>
            <a:pPr marL="114300" indent="0">
              <a:lnSpc>
                <a:spcPct val="100000"/>
              </a:lnSpc>
              <a:spcBef>
                <a:spcPts val="0"/>
              </a:spcBef>
              <a:buNone/>
            </a:pPr>
            <a:endParaRPr lang="en-GB" sz="1600">
              <a:latin typeface="Arial"/>
              <a:cs typeface="Arial"/>
            </a:endParaRPr>
          </a:p>
          <a:p>
            <a:pPr marL="114300" indent="0">
              <a:lnSpc>
                <a:spcPct val="100000"/>
              </a:lnSpc>
              <a:spcBef>
                <a:spcPts val="0"/>
              </a:spcBef>
              <a:buNone/>
            </a:pPr>
            <a:r>
              <a:rPr lang="en-GB" sz="1600">
                <a:latin typeface="Arial"/>
                <a:cs typeface="Arial"/>
              </a:rPr>
              <a:t>Fleet lived in Southampton, probably in a shared boarding house. Fleet worked a lookout on Titanic, he was responsible for watching out for icebergs and other obstacles. The Titanic was a big job for Fleet. He spotted the iceberg the Titanic hit and played an important role in understanding what happened on the night it sank. </a:t>
            </a:r>
            <a:endParaRPr lang="en-US" sz="1600">
              <a:latin typeface="Arial"/>
              <a:cs typeface="Arial"/>
            </a:endParaRPr>
          </a:p>
          <a:p>
            <a:endParaRPr lang="en-US"/>
          </a:p>
        </p:txBody>
      </p:sp>
      <p:sp>
        <p:nvSpPr>
          <p:cNvPr id="4" name="Text Placeholder 3">
            <a:extLst>
              <a:ext uri="{FF2B5EF4-FFF2-40B4-BE49-F238E27FC236}">
                <a16:creationId xmlns:a16="http://schemas.microsoft.com/office/drawing/2014/main" id="{18387492-8C24-88AD-9DB2-F8C25AE3D279}"/>
              </a:ext>
            </a:extLst>
          </p:cNvPr>
          <p:cNvSpPr>
            <a:spLocks noGrp="1"/>
          </p:cNvSpPr>
          <p:nvPr>
            <p:ph type="body" idx="2"/>
          </p:nvPr>
        </p:nvSpPr>
        <p:spPr>
          <a:xfrm>
            <a:off x="6172200" y="1026455"/>
            <a:ext cx="5181600" cy="5150508"/>
          </a:xfrm>
          <a:ln>
            <a:solidFill>
              <a:srgbClr val="4472C4"/>
            </a:solidFill>
          </a:ln>
        </p:spPr>
        <p:txBody>
          <a:bodyPr>
            <a:normAutofit/>
          </a:bodyPr>
          <a:lstStyle/>
          <a:p>
            <a:pPr marL="114300" indent="0">
              <a:lnSpc>
                <a:spcPct val="100000"/>
              </a:lnSpc>
              <a:spcBef>
                <a:spcPts val="0"/>
              </a:spcBef>
              <a:buNone/>
            </a:pPr>
            <a:endParaRPr lang="en-GB" sz="1600" b="1">
              <a:latin typeface="Arial"/>
              <a:cs typeface="Arial"/>
            </a:endParaRPr>
          </a:p>
          <a:p>
            <a:pPr marL="114300" indent="0">
              <a:lnSpc>
                <a:spcPct val="100000"/>
              </a:lnSpc>
              <a:spcBef>
                <a:spcPts val="0"/>
              </a:spcBef>
              <a:buNone/>
            </a:pPr>
            <a:endParaRPr lang="en-GB" sz="1600" b="1">
              <a:latin typeface="Arial"/>
              <a:cs typeface="Arial"/>
            </a:endParaRPr>
          </a:p>
          <a:p>
            <a:pPr marL="114300" indent="0">
              <a:lnSpc>
                <a:spcPct val="100000"/>
              </a:lnSpc>
              <a:spcBef>
                <a:spcPts val="0"/>
              </a:spcBef>
              <a:buNone/>
            </a:pPr>
            <a:endParaRPr lang="en-GB" sz="1600" b="1">
              <a:latin typeface="Arial"/>
              <a:cs typeface="Arial"/>
            </a:endParaRPr>
          </a:p>
          <a:p>
            <a:pPr marL="114300" indent="0">
              <a:lnSpc>
                <a:spcPct val="100000"/>
              </a:lnSpc>
              <a:spcBef>
                <a:spcPts val="0"/>
              </a:spcBef>
              <a:buNone/>
            </a:pPr>
            <a:r>
              <a:rPr lang="en-GB" sz="1800" b="1">
                <a:latin typeface="Arial"/>
                <a:cs typeface="Arial"/>
              </a:rPr>
              <a:t>Charles Joughin </a:t>
            </a:r>
            <a:r>
              <a:rPr lang="en-US" sz="1800">
                <a:latin typeface="Arial"/>
                <a:cs typeface="Arial"/>
              </a:rPr>
              <a:t> </a:t>
            </a:r>
            <a:endParaRPr lang="en-US" sz="1800"/>
          </a:p>
          <a:p>
            <a:pPr>
              <a:lnSpc>
                <a:spcPct val="100000"/>
              </a:lnSpc>
              <a:spcBef>
                <a:spcPts val="0"/>
              </a:spcBef>
            </a:pPr>
            <a:endParaRPr lang="en-US" sz="1600">
              <a:latin typeface="Arial"/>
              <a:cs typeface="Arial"/>
            </a:endParaRPr>
          </a:p>
          <a:p>
            <a:pPr marL="114300" indent="0">
              <a:lnSpc>
                <a:spcPct val="100000"/>
              </a:lnSpc>
              <a:spcBef>
                <a:spcPts val="0"/>
              </a:spcBef>
              <a:buNone/>
            </a:pPr>
            <a:endParaRPr lang="en-GB" sz="1600">
              <a:latin typeface="Arial"/>
              <a:cs typeface="Arial"/>
            </a:endParaRPr>
          </a:p>
          <a:p>
            <a:pPr marL="114300" indent="0">
              <a:lnSpc>
                <a:spcPct val="100000"/>
              </a:lnSpc>
              <a:spcBef>
                <a:spcPts val="0"/>
              </a:spcBef>
              <a:buNone/>
            </a:pPr>
            <a:endParaRPr lang="en-GB" sz="1600">
              <a:latin typeface="Arial"/>
              <a:cs typeface="Arial"/>
            </a:endParaRPr>
          </a:p>
          <a:p>
            <a:pPr marL="114300" indent="0">
              <a:lnSpc>
                <a:spcPct val="100000"/>
              </a:lnSpc>
              <a:spcBef>
                <a:spcPts val="0"/>
              </a:spcBef>
              <a:buNone/>
            </a:pPr>
            <a:endParaRPr lang="en-GB" sz="1600">
              <a:latin typeface="Arial"/>
              <a:cs typeface="Arial"/>
            </a:endParaRPr>
          </a:p>
          <a:p>
            <a:pPr marL="114300" indent="0">
              <a:lnSpc>
                <a:spcPct val="100000"/>
              </a:lnSpc>
              <a:spcBef>
                <a:spcPts val="0"/>
              </a:spcBef>
              <a:buNone/>
            </a:pPr>
            <a:endParaRPr lang="en-GB" sz="1600">
              <a:latin typeface="Arial"/>
              <a:cs typeface="Arial"/>
            </a:endParaRPr>
          </a:p>
          <a:p>
            <a:pPr marL="114300" indent="0">
              <a:lnSpc>
                <a:spcPct val="100000"/>
              </a:lnSpc>
              <a:spcBef>
                <a:spcPts val="0"/>
              </a:spcBef>
              <a:buNone/>
            </a:pPr>
            <a:endParaRPr lang="en-GB" sz="1600">
              <a:latin typeface="Arial"/>
              <a:cs typeface="Arial"/>
            </a:endParaRPr>
          </a:p>
          <a:p>
            <a:pPr marL="114300" indent="0">
              <a:lnSpc>
                <a:spcPct val="100000"/>
              </a:lnSpc>
              <a:spcBef>
                <a:spcPts val="0"/>
              </a:spcBef>
              <a:buNone/>
            </a:pPr>
            <a:endParaRPr lang="en-GB" sz="1600">
              <a:latin typeface="Arial"/>
              <a:cs typeface="Arial"/>
            </a:endParaRPr>
          </a:p>
          <a:p>
            <a:pPr marL="114300" indent="0">
              <a:lnSpc>
                <a:spcPct val="100000"/>
              </a:lnSpc>
              <a:spcBef>
                <a:spcPts val="0"/>
              </a:spcBef>
              <a:buNone/>
            </a:pPr>
            <a:endParaRPr lang="en-GB" sz="1600">
              <a:latin typeface="Arial"/>
              <a:cs typeface="Arial"/>
            </a:endParaRPr>
          </a:p>
          <a:p>
            <a:pPr marL="114300" indent="0">
              <a:lnSpc>
                <a:spcPct val="100000"/>
              </a:lnSpc>
              <a:spcBef>
                <a:spcPts val="0"/>
              </a:spcBef>
              <a:buNone/>
            </a:pPr>
            <a:r>
              <a:rPr lang="en-GB" sz="1600">
                <a:latin typeface="Arial"/>
                <a:cs typeface="Arial"/>
              </a:rPr>
              <a:t>Joughin lived in Southampton with his family. He was the chief baker on Titanic. He had first gone to sea at the age of 11. He was off duty when the Titanic hit the iceberg and provided provisions for the lifeboats. He did not get onto a lifeboat but survived the sinking. </a:t>
            </a:r>
            <a:r>
              <a:rPr lang="en-US" sz="1600">
                <a:latin typeface="Arial"/>
                <a:cs typeface="Arial"/>
              </a:rPr>
              <a:t> </a:t>
            </a:r>
            <a:endParaRPr lang="en-US"/>
          </a:p>
          <a:p>
            <a:endParaRPr lang="en-US"/>
          </a:p>
        </p:txBody>
      </p:sp>
      <p:pic>
        <p:nvPicPr>
          <p:cNvPr id="5" name="Picture 4" descr="Image result for frederick fleet titanic">
            <a:extLst>
              <a:ext uri="{FF2B5EF4-FFF2-40B4-BE49-F238E27FC236}">
                <a16:creationId xmlns:a16="http://schemas.microsoft.com/office/drawing/2014/main" id="{5AE1BAF4-996B-0EE4-902F-B15E7D2DBB85}"/>
              </a:ext>
            </a:extLst>
          </p:cNvPr>
          <p:cNvPicPr>
            <a:picLocks noChangeAspect="1"/>
          </p:cNvPicPr>
          <p:nvPr/>
        </p:nvPicPr>
        <p:blipFill>
          <a:blip r:embed="rId2"/>
          <a:stretch>
            <a:fillRect/>
          </a:stretch>
        </p:blipFill>
        <p:spPr>
          <a:xfrm>
            <a:off x="3479878" y="1126390"/>
            <a:ext cx="2388684" cy="2161245"/>
          </a:xfrm>
          <a:prstGeom prst="rect">
            <a:avLst/>
          </a:prstGeom>
        </p:spPr>
      </p:pic>
      <p:pic>
        <p:nvPicPr>
          <p:cNvPr id="6" name="Picture 5" descr="Charles Joughin | Titanic Database Wiki | Fandom">
            <a:extLst>
              <a:ext uri="{FF2B5EF4-FFF2-40B4-BE49-F238E27FC236}">
                <a16:creationId xmlns:a16="http://schemas.microsoft.com/office/drawing/2014/main" id="{120C2282-9135-1EDA-BAD1-F968A4A6D92A}"/>
              </a:ext>
            </a:extLst>
          </p:cNvPr>
          <p:cNvPicPr>
            <a:picLocks noChangeAspect="1"/>
          </p:cNvPicPr>
          <p:nvPr/>
        </p:nvPicPr>
        <p:blipFill>
          <a:blip r:embed="rId3"/>
          <a:stretch>
            <a:fillRect/>
          </a:stretch>
        </p:blipFill>
        <p:spPr>
          <a:xfrm>
            <a:off x="9452169" y="1074931"/>
            <a:ext cx="1781175" cy="2533650"/>
          </a:xfrm>
          <a:prstGeom prst="rect">
            <a:avLst/>
          </a:prstGeom>
        </p:spPr>
      </p:pic>
    </p:spTree>
    <p:extLst>
      <p:ext uri="{BB962C8B-B14F-4D97-AF65-F5344CB8AC3E}">
        <p14:creationId xmlns:p14="http://schemas.microsoft.com/office/powerpoint/2010/main" val="514893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F3A12-656C-3065-DAA4-3924B3311377}"/>
              </a:ext>
            </a:extLst>
          </p:cNvPr>
          <p:cNvSpPr>
            <a:spLocks noGrp="1"/>
          </p:cNvSpPr>
          <p:nvPr>
            <p:ph type="title"/>
          </p:nvPr>
        </p:nvSpPr>
        <p:spPr>
          <a:xfrm>
            <a:off x="838200" y="365125"/>
            <a:ext cx="10515600" cy="154685"/>
          </a:xfrm>
        </p:spPr>
        <p:txBody>
          <a:bodyPr>
            <a:normAutofit fontScale="90000"/>
          </a:bodyPr>
          <a:lstStyle/>
          <a:p>
            <a:endParaRPr lang="en-US"/>
          </a:p>
        </p:txBody>
      </p:sp>
      <p:sp>
        <p:nvSpPr>
          <p:cNvPr id="3" name="Text Placeholder 2">
            <a:extLst>
              <a:ext uri="{FF2B5EF4-FFF2-40B4-BE49-F238E27FC236}">
                <a16:creationId xmlns:a16="http://schemas.microsoft.com/office/drawing/2014/main" id="{45857DAC-8367-E955-B955-8757EAB7B09D}"/>
              </a:ext>
            </a:extLst>
          </p:cNvPr>
          <p:cNvSpPr>
            <a:spLocks noGrp="1"/>
          </p:cNvSpPr>
          <p:nvPr>
            <p:ph type="body" idx="1"/>
          </p:nvPr>
        </p:nvSpPr>
        <p:spPr>
          <a:xfrm>
            <a:off x="838200" y="775552"/>
            <a:ext cx="5181600" cy="5401411"/>
          </a:xfrm>
          <a:ln>
            <a:solidFill>
              <a:srgbClr val="4472C4"/>
            </a:solidFill>
          </a:ln>
        </p:spPr>
        <p:txBody>
          <a:bodyPr/>
          <a:lstStyle/>
          <a:p>
            <a:pPr marL="114300" indent="0">
              <a:buNone/>
            </a:pPr>
            <a:endParaRPr lang="en-US"/>
          </a:p>
          <a:p>
            <a:pPr marL="114300" indent="0">
              <a:buNone/>
            </a:pPr>
            <a:endParaRPr lang="en-US"/>
          </a:p>
          <a:p>
            <a:pPr marL="114300" indent="0">
              <a:buNone/>
            </a:pPr>
            <a:r>
              <a:rPr lang="en-US" b="1"/>
              <a:t>Joseph Scarrott</a:t>
            </a:r>
          </a:p>
        </p:txBody>
      </p:sp>
      <p:sp>
        <p:nvSpPr>
          <p:cNvPr id="4" name="Text Placeholder 3">
            <a:extLst>
              <a:ext uri="{FF2B5EF4-FFF2-40B4-BE49-F238E27FC236}">
                <a16:creationId xmlns:a16="http://schemas.microsoft.com/office/drawing/2014/main" id="{A1890C84-3EC7-79E0-1D31-75B98BC6AD62}"/>
              </a:ext>
            </a:extLst>
          </p:cNvPr>
          <p:cNvSpPr>
            <a:spLocks noGrp="1"/>
          </p:cNvSpPr>
          <p:nvPr>
            <p:ph type="body" idx="2"/>
          </p:nvPr>
        </p:nvSpPr>
        <p:spPr>
          <a:xfrm>
            <a:off x="6172200" y="747674"/>
            <a:ext cx="5181600" cy="5429289"/>
          </a:xfrm>
          <a:ln>
            <a:solidFill>
              <a:srgbClr val="4472C4"/>
            </a:solidFill>
          </a:ln>
        </p:spPr>
        <p:txBody>
          <a:bodyPr/>
          <a:lstStyle/>
          <a:p>
            <a:pPr marL="114300" indent="0">
              <a:buNone/>
            </a:pPr>
            <a:endParaRPr lang="en-US"/>
          </a:p>
          <a:p>
            <a:pPr marL="114300" indent="0">
              <a:buNone/>
            </a:pPr>
            <a:endParaRPr lang="en-US"/>
          </a:p>
          <a:p>
            <a:pPr marL="114300" indent="0">
              <a:buNone/>
            </a:pPr>
            <a:r>
              <a:rPr lang="en-US" b="1" dirty="0"/>
              <a:t>Joseph </a:t>
            </a:r>
            <a:r>
              <a:rPr lang="en-US" b="1" dirty="0" err="1"/>
              <a:t>Boxhall</a:t>
            </a:r>
            <a:endParaRPr lang="en-US" b="1" dirty="0"/>
          </a:p>
          <a:p>
            <a:pPr>
              <a:buNone/>
            </a:pPr>
            <a:endParaRPr lang="en-GB" sz="1600"/>
          </a:p>
          <a:p>
            <a:pPr>
              <a:buNone/>
            </a:pPr>
            <a:endParaRPr lang="en-GB" sz="1600"/>
          </a:p>
          <a:p>
            <a:pPr>
              <a:buNone/>
            </a:pPr>
            <a:endParaRPr lang="en-GB" sz="1600"/>
          </a:p>
          <a:p>
            <a:pPr>
              <a:buNone/>
            </a:pPr>
            <a:endParaRPr lang="en-GB" sz="1600"/>
          </a:p>
          <a:p>
            <a:pPr marL="114300" indent="0">
              <a:buNone/>
            </a:pPr>
            <a:r>
              <a:rPr lang="en-GB" sz="1600" err="1"/>
              <a:t>Boxhall</a:t>
            </a:r>
            <a:r>
              <a:rPr lang="en-GB" sz="1600"/>
              <a:t> lived in Southampton and was part of the maritime community. He was not from a wealthy background </a:t>
            </a:r>
            <a:r>
              <a:rPr lang="en-GB" sz="1600" dirty="0"/>
              <a:t>and probably lived in a boarding house </a:t>
            </a:r>
            <a:r>
              <a:rPr lang="en-GB" sz="1600"/>
              <a:t>near the port. </a:t>
            </a:r>
            <a:r>
              <a:rPr lang="en-GB" sz="1600" err="1"/>
              <a:t>Boxhall</a:t>
            </a:r>
            <a:r>
              <a:rPr lang="en-GB" sz="1600" dirty="0"/>
              <a:t> worked as a Fourth Officer. His job involved helping with navigation and looking out for dangers. The job was an exciting career opportunity, giving him a chance to gain experience on such a grand ship. He survived the sinking and later shared his knowledge of what happened. </a:t>
            </a:r>
            <a:endParaRPr lang="en-US" sz="1600" dirty="0"/>
          </a:p>
          <a:p>
            <a:pPr marL="114300" indent="0">
              <a:buNone/>
            </a:pPr>
            <a:endParaRPr lang="en-US" b="1"/>
          </a:p>
        </p:txBody>
      </p:sp>
      <p:pic>
        <p:nvPicPr>
          <p:cNvPr id="5" name="Picture 4" descr="Image result for joseph scarrott titanic">
            <a:extLst>
              <a:ext uri="{FF2B5EF4-FFF2-40B4-BE49-F238E27FC236}">
                <a16:creationId xmlns:a16="http://schemas.microsoft.com/office/drawing/2014/main" id="{0508887D-E7DC-7969-F83D-B15244C30D5C}"/>
              </a:ext>
            </a:extLst>
          </p:cNvPr>
          <p:cNvPicPr>
            <a:picLocks noChangeAspect="1"/>
          </p:cNvPicPr>
          <p:nvPr/>
        </p:nvPicPr>
        <p:blipFill>
          <a:blip r:embed="rId2"/>
          <a:stretch>
            <a:fillRect/>
          </a:stretch>
        </p:blipFill>
        <p:spPr>
          <a:xfrm>
            <a:off x="4002591" y="875139"/>
            <a:ext cx="1724257" cy="2477893"/>
          </a:xfrm>
          <a:prstGeom prst="rect">
            <a:avLst/>
          </a:prstGeom>
        </p:spPr>
      </p:pic>
      <p:sp>
        <p:nvSpPr>
          <p:cNvPr id="7" name="TextBox 6">
            <a:extLst>
              <a:ext uri="{FF2B5EF4-FFF2-40B4-BE49-F238E27FC236}">
                <a16:creationId xmlns:a16="http://schemas.microsoft.com/office/drawing/2014/main" id="{D49AC906-3BD6-64BC-0AE4-6ED968C29EE4}"/>
              </a:ext>
            </a:extLst>
          </p:cNvPr>
          <p:cNvSpPr txBox="1"/>
          <p:nvPr/>
        </p:nvSpPr>
        <p:spPr>
          <a:xfrm>
            <a:off x="793595" y="3748668"/>
            <a:ext cx="4759712"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Scarrott lived in Southampton and was from a working-class background. Scarrott worked as a fireman on the Titanic, he was responsible for looking after the boilers and engines. The Titanic provided work for Scarrott . He survived the sinking and provided testimony at the British Inquiry after his rescue.</a:t>
            </a:r>
          </a:p>
        </p:txBody>
      </p:sp>
      <p:pic>
        <p:nvPicPr>
          <p:cNvPr id="8" name="Picture 7" descr="Titanic's Fourth Officer Joseph Boxhall - Titanic-Titanic.com">
            <a:extLst>
              <a:ext uri="{FF2B5EF4-FFF2-40B4-BE49-F238E27FC236}">
                <a16:creationId xmlns:a16="http://schemas.microsoft.com/office/drawing/2014/main" id="{A18FA7D2-CA83-DDBB-0A7F-5537CDBF56BB}"/>
              </a:ext>
            </a:extLst>
          </p:cNvPr>
          <p:cNvPicPr>
            <a:picLocks noChangeAspect="1"/>
          </p:cNvPicPr>
          <p:nvPr/>
        </p:nvPicPr>
        <p:blipFill>
          <a:blip r:embed="rId3"/>
          <a:stretch>
            <a:fillRect/>
          </a:stretch>
        </p:blipFill>
        <p:spPr>
          <a:xfrm>
            <a:off x="9256906" y="873511"/>
            <a:ext cx="1957969" cy="2592659"/>
          </a:xfrm>
          <a:prstGeom prst="rect">
            <a:avLst/>
          </a:prstGeom>
        </p:spPr>
      </p:pic>
    </p:spTree>
    <p:extLst>
      <p:ext uri="{BB962C8B-B14F-4D97-AF65-F5344CB8AC3E}">
        <p14:creationId xmlns:p14="http://schemas.microsoft.com/office/powerpoint/2010/main" val="2103837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5F2A391-A914-42AA-6A10-3BED581ACDD7}"/>
              </a:ext>
            </a:extLst>
          </p:cNvPr>
          <p:cNvGrpSpPr/>
          <p:nvPr/>
        </p:nvGrpSpPr>
        <p:grpSpPr>
          <a:xfrm>
            <a:off x="1181895" y="1301750"/>
            <a:ext cx="9828209" cy="4060379"/>
            <a:chOff x="1363666" y="1238250"/>
            <a:chExt cx="9828209" cy="4060379"/>
          </a:xfrm>
        </p:grpSpPr>
        <p:pic>
          <p:nvPicPr>
            <p:cNvPr id="1025" name="Picture 12">
              <a:extLst>
                <a:ext uri="{FF2B5EF4-FFF2-40B4-BE49-F238E27FC236}">
                  <a16:creationId xmlns:a16="http://schemas.microsoft.com/office/drawing/2014/main" id="{226744DC-81A0-D60F-58FC-A984246544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3666" y="4258593"/>
              <a:ext cx="1991337" cy="69894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A6A329D-31C1-36B9-E32E-41DD2C0B6D5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3295" y="1238250"/>
              <a:ext cx="7305410" cy="2190750"/>
            </a:xfrm>
            <a:prstGeom prst="rect">
              <a:avLst/>
            </a:prstGeom>
            <a:noFill/>
            <a:ln>
              <a:noFill/>
            </a:ln>
          </p:spPr>
        </p:pic>
        <p:sp>
          <p:nvSpPr>
            <p:cNvPr id="6" name="Rectangle 5">
              <a:extLst>
                <a:ext uri="{FF2B5EF4-FFF2-40B4-BE49-F238E27FC236}">
                  <a16:creationId xmlns:a16="http://schemas.microsoft.com/office/drawing/2014/main" id="{3B0602F3-B99C-265F-21DB-70AB82AFFADF}"/>
                </a:ext>
              </a:extLst>
            </p:cNvPr>
            <p:cNvSpPr/>
            <p:nvPr/>
          </p:nvSpPr>
          <p:spPr>
            <a:xfrm>
              <a:off x="3650278" y="3917504"/>
              <a:ext cx="7541597" cy="1381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ctr" latinLnBrk="0" hangingPunct="1">
                <a:lnSpc>
                  <a:spcPct val="107000"/>
                </a:lnSpc>
                <a:spcBef>
                  <a:spcPts val="0"/>
                </a:spcBef>
                <a:spcAft>
                  <a:spcPts val="800"/>
                </a:spcAft>
                <a:buClr>
                  <a:srgbClr val="000000"/>
                </a:buClr>
                <a:buSzTx/>
                <a:buFont typeface="Arial"/>
                <a:buNone/>
                <a:tabLst/>
                <a:defRPr/>
              </a:pPr>
              <a:endParaRPr kumimoji="0" lang="en-GB" sz="1800" b="0" i="0" u="none" strike="noStrike" kern="0" cap="none" spc="0" normalizeH="0" baseline="0" noProof="0">
                <a:ln>
                  <a:noFill/>
                </a:ln>
                <a:solidFill>
                  <a:srgbClr val="FFFFFF"/>
                </a:solidFill>
                <a:effectLst/>
                <a:uLnTx/>
                <a:uFillTx/>
                <a:latin typeface="Arial" panose="020B0604020202020204" pitchFamily="34" charset="0"/>
                <a:ea typeface="+mn-ea"/>
                <a:cs typeface="+mn-cs"/>
                <a:sym typeface="Arial"/>
              </a:endParaRPr>
            </a:p>
            <a:p>
              <a:pPr marL="0" marR="0" lvl="0" indent="0" algn="l" defTabSz="914400" rtl="0" eaLnBrk="1" fontAlgn="ctr" latinLnBrk="0" hangingPunct="1">
                <a:lnSpc>
                  <a:spcPct val="107000"/>
                </a:lnSpc>
                <a:spcBef>
                  <a:spcPts val="0"/>
                </a:spcBef>
                <a:spcAft>
                  <a:spcPts val="800"/>
                </a:spcAft>
                <a:buClr>
                  <a:srgbClr val="000000"/>
                </a:buClr>
                <a:buSzTx/>
                <a:buFont typeface="Arial"/>
                <a:buNone/>
                <a:tabLst/>
                <a:defRPr/>
              </a:pPr>
              <a:r>
                <a:rPr kumimoji="0" lang="en-GB" sz="1800" b="0" i="0" u="none" strike="noStrike" kern="0" cap="none" spc="0" normalizeH="0" baseline="0" noProof="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rPr>
                <a:t>Remembering Titanic Lessons © 2023 by Wonyong Park, Neta Shaby, Rachele Newman, Megan Barton, Christopher Dale, Ashleigh Fair, Natalie Harrison, Mary Shepherd and Christopher </a:t>
              </a:r>
              <a:r>
                <a:rPr kumimoji="0" lang="en-GB" sz="1800" b="0" i="0" u="none" strike="noStrike" kern="0" cap="none" spc="0" normalizeH="0" baseline="0" noProof="0" err="1">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rPr>
                <a:t>Zieba</a:t>
              </a:r>
              <a:r>
                <a:rPr kumimoji="0" lang="en-GB" sz="1800" b="0" i="0" u="none" strike="noStrike" kern="0" cap="none" spc="0" normalizeH="0" baseline="0" noProof="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rPr>
                <a:t> is licensed under </a:t>
              </a:r>
              <a:r>
                <a:rPr kumimoji="0" lang="en-GB" sz="1800" b="0" i="0" u="sng" strike="noStrike" kern="0" cap="none" spc="0" normalizeH="0" baseline="0" noProof="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hlinkClick r:id="rId4"/>
                </a:rPr>
                <a:t>CC BY-NC-SA 4.0</a:t>
              </a:r>
              <a:r>
                <a:rPr kumimoji="0" lang="en-GB" sz="1800" b="0" i="0" u="none" strike="noStrike" kern="0" cap="none" spc="0" normalizeH="0" baseline="0" noProof="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rPr>
                <a:t>. You can share and adapt the materials, as long as you give appropriate credit and do not use them for commercial purposes.</a:t>
              </a:r>
              <a:endParaRPr kumimoji="0" lang="en-GB" sz="1800" b="0" i="0" u="none" strike="noStrike" kern="0" cap="none" spc="0" normalizeH="0" baseline="0" noProof="0">
                <a:ln>
                  <a:noFill/>
                </a:ln>
                <a:solidFill>
                  <a:srgbClr val="FFFFFF"/>
                </a:solidFill>
                <a:effectLst/>
                <a:uLnTx/>
                <a:uFillTx/>
                <a:latin typeface="Arial" panose="020B0604020202020204" pitchFamily="34" charset="0"/>
                <a:ea typeface="+mn-ea"/>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ysClr val="windowText" lastClr="000000"/>
                </a:solidFill>
                <a:effectLst/>
                <a:uLnTx/>
                <a:uFillTx/>
                <a:latin typeface="Arial"/>
                <a:ea typeface="+mn-ea"/>
                <a:cs typeface="+mn-cs"/>
                <a:sym typeface="Arial"/>
              </a:endParaRPr>
            </a:p>
          </p:txBody>
        </p:sp>
      </p:grpSp>
    </p:spTree>
    <p:extLst>
      <p:ext uri="{BB962C8B-B14F-4D97-AF65-F5344CB8AC3E}">
        <p14:creationId xmlns:p14="http://schemas.microsoft.com/office/powerpoint/2010/main" val="37525147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4AEFD908B32B245A3A0D21C6B593B2B" ma:contentTypeVersion="14" ma:contentTypeDescription="Create a new document." ma:contentTypeScope="" ma:versionID="38d37b1c7b188a6d838f48e4416de3c1">
  <xsd:schema xmlns:xsd="http://www.w3.org/2001/XMLSchema" xmlns:xs="http://www.w3.org/2001/XMLSchema" xmlns:p="http://schemas.microsoft.com/office/2006/metadata/properties" xmlns:ns2="d5a874f9-67e5-4deb-a0f2-d102b20c5fd8" xmlns:ns3="94e09ebd-c8f1-4362-991a-c49006e523f9" targetNamespace="http://schemas.microsoft.com/office/2006/metadata/properties" ma:root="true" ma:fieldsID="bf319a33755e26be25ca2a6fc21578ae" ns2:_="" ns3:_="">
    <xsd:import namespace="d5a874f9-67e5-4deb-a0f2-d102b20c5fd8"/>
    <xsd:import namespace="94e09ebd-c8f1-4362-991a-c49006e523f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a874f9-67e5-4deb-a0f2-d102b20c5f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bf2f534-9c3d-494b-83fb-768e807180c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e09ebd-c8f1-4362-991a-c49006e523f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61c53bc1-37db-457b-9811-fd494ad9fb6b}" ma:internalName="TaxCatchAll" ma:showField="CatchAllData" ma:web="94e09ebd-c8f1-4362-991a-c49006e523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5a874f9-67e5-4deb-a0f2-d102b20c5fd8">
      <Terms xmlns="http://schemas.microsoft.com/office/infopath/2007/PartnerControls"/>
    </lcf76f155ced4ddcb4097134ff3c332f>
    <TaxCatchAll xmlns="94e09ebd-c8f1-4362-991a-c49006e523f9" xsi:nil="true"/>
  </documentManagement>
</p:properties>
</file>

<file path=customXml/itemProps1.xml><?xml version="1.0" encoding="utf-8"?>
<ds:datastoreItem xmlns:ds="http://schemas.openxmlformats.org/officeDocument/2006/customXml" ds:itemID="{127BFF60-F939-4C51-8197-E25DB9D6E2D3}">
  <ds:schemaRefs>
    <ds:schemaRef ds:uri="http://schemas.microsoft.com/sharepoint/v3/contenttype/forms"/>
  </ds:schemaRefs>
</ds:datastoreItem>
</file>

<file path=customXml/itemProps2.xml><?xml version="1.0" encoding="utf-8"?>
<ds:datastoreItem xmlns:ds="http://schemas.openxmlformats.org/officeDocument/2006/customXml" ds:itemID="{9DCBA3A5-AA67-4C96-BD48-CE0CBDA48812}"/>
</file>

<file path=customXml/itemProps3.xml><?xml version="1.0" encoding="utf-8"?>
<ds:datastoreItem xmlns:ds="http://schemas.openxmlformats.org/officeDocument/2006/customXml" ds:itemID="{E1B0D3F9-865D-429A-9137-130199D5832F}">
  <ds:schemaRefs>
    <ds:schemaRef ds:uri="94e09ebd-c8f1-4362-991a-c49006e523f9"/>
    <ds:schemaRef ds:uri="d5a874f9-67e5-4deb-a0f2-d102b20c5fd8"/>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Slides>
  <Notes>0</Notes>
  <HiddenSlides>0</HiddenSlides>
  <ScaleCrop>false</ScaleCrop>
  <HeadingPairs>
    <vt:vector size="4" baseType="variant">
      <vt:variant>
        <vt:lpstr>Theme</vt:lpstr>
      </vt:variant>
      <vt:variant>
        <vt:i4>2</vt:i4>
      </vt:variant>
      <vt:variant>
        <vt:lpstr>Slide Titles</vt:lpstr>
      </vt:variant>
      <vt:variant>
        <vt:i4>4</vt:i4>
      </vt:variant>
    </vt:vector>
  </HeadingPairs>
  <TitlesOfParts>
    <vt:vector size="6" baseType="lpstr">
      <vt:lpstr>Office Theme</vt:lpstr>
      <vt:lpstr>1_Office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 Zieba</dc:creator>
  <cp:revision>6</cp:revision>
  <dcterms:created xsi:type="dcterms:W3CDTF">2023-09-21T10:47:06Z</dcterms:created>
  <dcterms:modified xsi:type="dcterms:W3CDTF">2024-01-05T09:47:54Z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0x010100D4AEFD908B32B245A3A0D21C6B593B2B</vt:lpwstr>
  </property>
  <property fmtid="{D5CDD505-2E9C-101B-9397-08002B2CF9AE}" pid="3" name="MediaServiceImageTags">
    <vt:lpwstr/>
  </property>
</Properties>
</file>