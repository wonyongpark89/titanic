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3"/>
    <p:sldMasterId id="2147483673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BBEBE-BD31-4864-89F1-4A2F82CF2BC0}" v="48" dt="2024-06-25T23:05:17.912"/>
  </p1510:revLst>
</p1510:revInfo>
</file>

<file path=ppt/tableStyles.xml><?xml version="1.0" encoding="utf-8"?>
<a:tblStyleLst xmlns:a="http://schemas.openxmlformats.org/drawingml/2006/main" def="{E01C6A0D-1F51-47ED-B552-F570668697CB}">
  <a:tblStyle styleId="{E01C6A0D-1F51-47ED-B552-F570668697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e Newman" userId="S::rm1c10@soton.ac.uk::69351afb-65e9-4c98-abf6-3350785a7d10" providerId="AD" clId="Web-{99B76F1E-B2E9-F1C8-214F-A6B1A6BD1D7F}"/>
    <pc:docChg chg="modSld addMainMaster delMainMaster">
      <pc:chgData name="Rachele Newman" userId="S::rm1c10@soton.ac.uk::69351afb-65e9-4c98-abf6-3350785a7d10" providerId="AD" clId="Web-{99B76F1E-B2E9-F1C8-214F-A6B1A6BD1D7F}" dt="2023-12-08T09:43:57.375" v="22" actId="20577"/>
      <pc:docMkLst>
        <pc:docMk/>
      </pc:docMkLst>
      <pc:sldChg chg="addSp modSp mod setBg modClrScheme chgLayout">
        <pc:chgData name="Rachele Newman" userId="S::rm1c10@soton.ac.uk::69351afb-65e9-4c98-abf6-3350785a7d10" providerId="AD" clId="Web-{99B76F1E-B2E9-F1C8-214F-A6B1A6BD1D7F}" dt="2023-12-08T09:41:56.304" v="21" actId="20577"/>
        <pc:sldMkLst>
          <pc:docMk/>
          <pc:sldMk cId="0" sldId="256"/>
        </pc:sldMkLst>
        <pc:spChg chg="mod or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28" creationId="{00000000-0000-0000-0000-000000000000}"/>
          </ac:spMkLst>
        </pc:spChg>
        <pc:spChg chg="mod ord">
          <ac:chgData name="Rachele Newman" userId="S::rm1c10@soton.ac.uk::69351afb-65e9-4c98-abf6-3350785a7d10" providerId="AD" clId="Web-{99B76F1E-B2E9-F1C8-214F-A6B1A6BD1D7F}" dt="2023-12-08T09:41:56.304" v="21" actId="20577"/>
          <ac:spMkLst>
            <pc:docMk/>
            <pc:sldMk cId="0" sldId="256"/>
            <ac:spMk id="129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34" creationId="{6F5A5072-7B47-4D32-B52A-4EBBF590B8A5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36" creationId="{9715DAF0-AE1B-46C9-8A6B-DB2AA05AB91D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38" creationId="{6016219D-510E-4184-9090-6D5578A87BD1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40" creationId="{AFF4A713-7B75-4B21-90D7-5AB19547C728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42" creationId="{DC631C0B-6DA6-4E57-8231-CE32B3434A7E}"/>
          </ac:spMkLst>
        </pc:spChg>
        <pc:spChg chg="add">
          <ac:chgData name="Rachele Newman" userId="S::rm1c10@soton.ac.uk::69351afb-65e9-4c98-abf6-3350785a7d10" providerId="AD" clId="Web-{99B76F1E-B2E9-F1C8-214F-A6B1A6BD1D7F}" dt="2023-12-08T09:39:37.576" v="1"/>
          <ac:spMkLst>
            <pc:docMk/>
            <pc:sldMk cId="0" sldId="256"/>
            <ac:spMk id="144" creationId="{C29501E6-A978-4A61-9689-9085AF97A53A}"/>
          </ac:spMkLst>
        </pc:spChg>
      </pc:sldChg>
      <pc:sldChg chg="addSp delSp modSp mod setBg modClrScheme chgLayout">
        <pc:chgData name="Rachele Newman" userId="S::rm1c10@soton.ac.uk::69351afb-65e9-4c98-abf6-3350785a7d10" providerId="AD" clId="Web-{99B76F1E-B2E9-F1C8-214F-A6B1A6BD1D7F}" dt="2023-12-08T09:39:54.858" v="2"/>
        <pc:sldMkLst>
          <pc:docMk/>
          <pc:sldMk cId="0" sldId="257"/>
        </pc:sldMkLst>
        <pc:spChg chg="mod or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34" creationId="{00000000-0000-0000-0000-000000000000}"/>
          </ac:spMkLst>
        </pc:spChg>
        <pc:spChg chg="del mod or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35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41" creationId="{BACC6370-2D7E-4714-9D71-7542949D7D5D}"/>
          </ac:spMkLst>
        </pc:spChg>
        <pc:spChg chg="ad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43" creationId="{F68B3F68-107C-434F-AA38-110D5EA91B85}"/>
          </ac:spMkLst>
        </pc:spChg>
        <pc:spChg chg="ad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45" creationId="{AAD0DBB9-1A4B-4391-81D4-CB19F9AB918A}"/>
          </ac:spMkLst>
        </pc:spChg>
        <pc:spChg chg="add">
          <ac:chgData name="Rachele Newman" userId="S::rm1c10@soton.ac.uk::69351afb-65e9-4c98-abf6-3350785a7d10" providerId="AD" clId="Web-{99B76F1E-B2E9-F1C8-214F-A6B1A6BD1D7F}" dt="2023-12-08T09:39:54.858" v="2"/>
          <ac:spMkLst>
            <pc:docMk/>
            <pc:sldMk cId="0" sldId="257"/>
            <ac:spMk id="147" creationId="{063BBA22-50EA-4C4D-BE05-F1CE4E63AA56}"/>
          </ac:spMkLst>
        </pc:spChg>
        <pc:graphicFrameChg chg="add">
          <ac:chgData name="Rachele Newman" userId="S::rm1c10@soton.ac.uk::69351afb-65e9-4c98-abf6-3350785a7d10" providerId="AD" clId="Web-{99B76F1E-B2E9-F1C8-214F-A6B1A6BD1D7F}" dt="2023-12-08T09:39:54.858" v="2"/>
          <ac:graphicFrameMkLst>
            <pc:docMk/>
            <pc:sldMk cId="0" sldId="257"/>
            <ac:graphicFrameMk id="137" creationId="{7E5ABDBB-4C05-C611-D3C2-DC28FA78F1E9}"/>
          </ac:graphicFrameMkLst>
        </pc:graphicFrameChg>
      </pc:sldChg>
      <pc:sldChg chg="addSp delSp modSp mod modClrScheme chgLayout">
        <pc:chgData name="Rachele Newman" userId="S::rm1c10@soton.ac.uk::69351afb-65e9-4c98-abf6-3350785a7d10" providerId="AD" clId="Web-{99B76F1E-B2E9-F1C8-214F-A6B1A6BD1D7F}" dt="2023-12-08T09:40:04.390" v="3"/>
        <pc:sldMkLst>
          <pc:docMk/>
          <pc:sldMk cId="0" sldId="258"/>
        </pc:sldMkLst>
        <pc:spChg chg="mod ord">
          <ac:chgData name="Rachele Newman" userId="S::rm1c10@soton.ac.uk::69351afb-65e9-4c98-abf6-3350785a7d10" providerId="AD" clId="Web-{99B76F1E-B2E9-F1C8-214F-A6B1A6BD1D7F}" dt="2023-12-08T09:39:32.529" v="0"/>
          <ac:spMkLst>
            <pc:docMk/>
            <pc:sldMk cId="0" sldId="258"/>
            <ac:spMk id="140" creationId="{00000000-0000-0000-0000-000000000000}"/>
          </ac:spMkLst>
        </pc:spChg>
        <pc:spChg chg="del mod ord">
          <ac:chgData name="Rachele Newman" userId="S::rm1c10@soton.ac.uk::69351afb-65e9-4c98-abf6-3350785a7d10" providerId="AD" clId="Web-{99B76F1E-B2E9-F1C8-214F-A6B1A6BD1D7F}" dt="2023-12-08T09:40:04.390" v="3"/>
          <ac:spMkLst>
            <pc:docMk/>
            <pc:sldMk cId="0" sldId="258"/>
            <ac:spMk id="141" creationId="{00000000-0000-0000-0000-000000000000}"/>
          </ac:spMkLst>
        </pc:spChg>
        <pc:graphicFrameChg chg="add">
          <ac:chgData name="Rachele Newman" userId="S::rm1c10@soton.ac.uk::69351afb-65e9-4c98-abf6-3350785a7d10" providerId="AD" clId="Web-{99B76F1E-B2E9-F1C8-214F-A6B1A6BD1D7F}" dt="2023-12-08T09:40:04.390" v="3"/>
          <ac:graphicFrameMkLst>
            <pc:docMk/>
            <pc:sldMk cId="0" sldId="258"/>
            <ac:graphicFrameMk id="151" creationId="{F5AFF2FC-251F-7F9D-332B-13EE9F690936}"/>
          </ac:graphicFrameMkLst>
        </pc:graphicFrameChg>
      </pc:sldChg>
      <pc:sldChg chg="addSp delSp modSp mod setBg modClrScheme chgLayout">
        <pc:chgData name="Rachele Newman" userId="S::rm1c10@soton.ac.uk::69351afb-65e9-4c98-abf6-3350785a7d10" providerId="AD" clId="Web-{99B76F1E-B2E9-F1C8-214F-A6B1A6BD1D7F}" dt="2023-12-08T09:43:57.375" v="22" actId="20577"/>
        <pc:sldMkLst>
          <pc:docMk/>
          <pc:sldMk cId="0" sldId="259"/>
        </pc:sldMkLst>
        <pc:spChg chg="mod ord">
          <ac:chgData name="Rachele Newman" userId="S::rm1c10@soton.ac.uk::69351afb-65e9-4c98-abf6-3350785a7d10" providerId="AD" clId="Web-{99B76F1E-B2E9-F1C8-214F-A6B1A6BD1D7F}" dt="2023-12-08T09:40:20.376" v="6"/>
          <ac:spMkLst>
            <pc:docMk/>
            <pc:sldMk cId="0" sldId="259"/>
            <ac:spMk id="154" creationId="{00000000-0000-0000-0000-000000000000}"/>
          </ac:spMkLst>
        </pc:spChg>
        <pc:spChg chg="mod ord">
          <ac:chgData name="Rachele Newman" userId="S::rm1c10@soton.ac.uk::69351afb-65e9-4c98-abf6-3350785a7d10" providerId="AD" clId="Web-{99B76F1E-B2E9-F1C8-214F-A6B1A6BD1D7F}" dt="2023-12-08T09:43:57.375" v="22" actId="20577"/>
          <ac:spMkLst>
            <pc:docMk/>
            <pc:sldMk cId="0" sldId="259"/>
            <ac:spMk id="155" creationId="{00000000-0000-0000-0000-000000000000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20.344" v="5"/>
          <ac:spMkLst>
            <pc:docMk/>
            <pc:sldMk cId="0" sldId="259"/>
            <ac:spMk id="161" creationId="{0D7B6173-1D58-48E2-83CF-37350F315F75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20.344" v="5"/>
          <ac:spMkLst>
            <pc:docMk/>
            <pc:sldMk cId="0" sldId="259"/>
            <ac:spMk id="163" creationId="{02EBFA83-D4DB-4CA0-B229-9E44634D7FE9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20.344" v="5"/>
          <ac:spMkLst>
            <pc:docMk/>
            <pc:sldMk cId="0" sldId="259"/>
            <ac:spMk id="167" creationId="{21BDEC81-16A7-4451-B893-C15000083B77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20.344" v="5"/>
          <ac:spMkLst>
            <pc:docMk/>
            <pc:sldMk cId="0" sldId="259"/>
            <ac:spMk id="169" creationId="{26A515A1-4D80-430E-BE0A-71A290516A82}"/>
          </ac:spMkLst>
        </pc:spChg>
        <pc:spChg chg="add">
          <ac:chgData name="Rachele Newman" userId="S::rm1c10@soton.ac.uk::69351afb-65e9-4c98-abf6-3350785a7d10" providerId="AD" clId="Web-{99B76F1E-B2E9-F1C8-214F-A6B1A6BD1D7F}" dt="2023-12-08T09:40:20.376" v="6"/>
          <ac:spMkLst>
            <pc:docMk/>
            <pc:sldMk cId="0" sldId="259"/>
            <ac:spMk id="171" creationId="{2B97F24A-32CE-4C1C-A50D-3016B394DCFB}"/>
          </ac:spMkLst>
        </pc:spChg>
        <pc:spChg chg="add">
          <ac:chgData name="Rachele Newman" userId="S::rm1c10@soton.ac.uk::69351afb-65e9-4c98-abf6-3350785a7d10" providerId="AD" clId="Web-{99B76F1E-B2E9-F1C8-214F-A6B1A6BD1D7F}" dt="2023-12-08T09:40:20.376" v="6"/>
          <ac:spMkLst>
            <pc:docMk/>
            <pc:sldMk cId="0" sldId="259"/>
            <ac:spMk id="172" creationId="{CD8B4F24-440B-49E9-B85D-733523DC064B}"/>
          </ac:spMkLst>
        </pc:spChg>
        <pc:picChg chg="mod">
          <ac:chgData name="Rachele Newman" userId="S::rm1c10@soton.ac.uk::69351afb-65e9-4c98-abf6-3350785a7d10" providerId="AD" clId="Web-{99B76F1E-B2E9-F1C8-214F-A6B1A6BD1D7F}" dt="2023-12-08T09:40:20.376" v="6"/>
          <ac:picMkLst>
            <pc:docMk/>
            <pc:sldMk cId="0" sldId="259"/>
            <ac:picMk id="156" creationId="{00000000-0000-0000-0000-000000000000}"/>
          </ac:picMkLst>
        </pc:picChg>
        <pc:picChg chg="add del">
          <ac:chgData name="Rachele Newman" userId="S::rm1c10@soton.ac.uk::69351afb-65e9-4c98-abf6-3350785a7d10" providerId="AD" clId="Web-{99B76F1E-B2E9-F1C8-214F-A6B1A6BD1D7F}" dt="2023-12-08T09:40:20.344" v="5"/>
          <ac:picMkLst>
            <pc:docMk/>
            <pc:sldMk cId="0" sldId="259"/>
            <ac:picMk id="165" creationId="{B0DAC8FB-A162-44E3-A606-C855A03A5B09}"/>
          </ac:picMkLst>
        </pc:picChg>
      </pc:sldChg>
      <pc:sldChg chg="addSp modSp mod setBg modClrScheme addAnim chgLayout">
        <pc:chgData name="Rachele Newman" userId="S::rm1c10@soton.ac.uk::69351afb-65e9-4c98-abf6-3350785a7d10" providerId="AD" clId="Web-{99B76F1E-B2E9-F1C8-214F-A6B1A6BD1D7F}" dt="2023-12-08T09:40:29.939" v="8"/>
        <pc:sldMkLst>
          <pc:docMk/>
          <pc:sldMk cId="0" sldId="260"/>
        </pc:sldMkLst>
        <pc:spChg chg="mod or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61" creationId="{00000000-0000-0000-0000-000000000000}"/>
          </ac:spMkLst>
        </pc:spChg>
        <pc:spChg chg="mod or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62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67" creationId="{6F5A5072-7B47-4D32-B52A-4EBBF590B8A5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69" creationId="{9715DAF0-AE1B-46C9-8A6B-DB2AA05AB91D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71" creationId="{6016219D-510E-4184-9090-6D5578A87BD1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73" creationId="{AFF4A713-7B75-4B21-90D7-5AB19547C728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75" creationId="{DC631C0B-6DA6-4E57-8231-CE32B3434A7E}"/>
          </ac:spMkLst>
        </pc:spChg>
        <pc:spChg chg="add">
          <ac:chgData name="Rachele Newman" userId="S::rm1c10@soton.ac.uk::69351afb-65e9-4c98-abf6-3350785a7d10" providerId="AD" clId="Web-{99B76F1E-B2E9-F1C8-214F-A6B1A6BD1D7F}" dt="2023-12-08T09:40:29.939" v="7"/>
          <ac:spMkLst>
            <pc:docMk/>
            <pc:sldMk cId="0" sldId="260"/>
            <ac:spMk id="177" creationId="{C29501E6-A978-4A61-9689-9085AF97A53A}"/>
          </ac:spMkLst>
        </pc:spChg>
      </pc:sldChg>
      <pc:sldChg chg="addSp delSp modSp mod setBg modClrScheme chgLayout">
        <pc:chgData name="Rachele Newman" userId="S::rm1c10@soton.ac.uk::69351afb-65e9-4c98-abf6-3350785a7d10" providerId="AD" clId="Web-{99B76F1E-B2E9-F1C8-214F-A6B1A6BD1D7F}" dt="2023-12-08T09:40:34.845" v="9"/>
        <pc:sldMkLst>
          <pc:docMk/>
          <pc:sldMk cId="0" sldId="261"/>
        </pc:sldMkLst>
        <pc:spChg chg="mod or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67" creationId="{00000000-0000-0000-0000-000000000000}"/>
          </ac:spMkLst>
        </pc:spChg>
        <pc:spChg chg="del mod or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68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74" creationId="{BACC6370-2D7E-4714-9D71-7542949D7D5D}"/>
          </ac:spMkLst>
        </pc:spChg>
        <pc:spChg chg="ad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76" creationId="{F68B3F68-107C-434F-AA38-110D5EA91B85}"/>
          </ac:spMkLst>
        </pc:spChg>
        <pc:spChg chg="ad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78" creationId="{AAD0DBB9-1A4B-4391-81D4-CB19F9AB918A}"/>
          </ac:spMkLst>
        </pc:spChg>
        <pc:spChg chg="add">
          <ac:chgData name="Rachele Newman" userId="S::rm1c10@soton.ac.uk::69351afb-65e9-4c98-abf6-3350785a7d10" providerId="AD" clId="Web-{99B76F1E-B2E9-F1C8-214F-A6B1A6BD1D7F}" dt="2023-12-08T09:40:34.845" v="9"/>
          <ac:spMkLst>
            <pc:docMk/>
            <pc:sldMk cId="0" sldId="261"/>
            <ac:spMk id="180" creationId="{063BBA22-50EA-4C4D-BE05-F1CE4E63AA56}"/>
          </ac:spMkLst>
        </pc:spChg>
        <pc:graphicFrameChg chg="add">
          <ac:chgData name="Rachele Newman" userId="S::rm1c10@soton.ac.uk::69351afb-65e9-4c98-abf6-3350785a7d10" providerId="AD" clId="Web-{99B76F1E-B2E9-F1C8-214F-A6B1A6BD1D7F}" dt="2023-12-08T09:40:34.845" v="9"/>
          <ac:graphicFrameMkLst>
            <pc:docMk/>
            <pc:sldMk cId="0" sldId="261"/>
            <ac:graphicFrameMk id="170" creationId="{C3AAFF04-6503-7A4F-C17C-75B40EF322D2}"/>
          </ac:graphicFrameMkLst>
        </pc:graphicFrameChg>
      </pc:sldChg>
      <pc:sldChg chg="addSp delSp modSp mod setBg modClrScheme chgLayout">
        <pc:chgData name="Rachele Newman" userId="S::rm1c10@soton.ac.uk::69351afb-65e9-4c98-abf6-3350785a7d10" providerId="AD" clId="Web-{99B76F1E-B2E9-F1C8-214F-A6B1A6BD1D7F}" dt="2023-12-08T09:40:44.955" v="12"/>
        <pc:sldMkLst>
          <pc:docMk/>
          <pc:sldMk cId="0" sldId="262"/>
        </pc:sldMkLst>
        <pc:spChg chg="mod or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73" creationId="{00000000-0000-0000-0000-000000000000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44.924" v="11"/>
          <ac:spMkLst>
            <pc:docMk/>
            <pc:sldMk cId="0" sldId="262"/>
            <ac:spMk id="179" creationId="{A8384FB5-9ADC-4DDC-881B-597D56F5B15D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44.924" v="11"/>
          <ac:spMkLst>
            <pc:docMk/>
            <pc:sldMk cId="0" sldId="262"/>
            <ac:spMk id="181" creationId="{91E5A9A7-95C6-4F4F-B00E-C82E07FE62EF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44.924" v="11"/>
          <ac:spMkLst>
            <pc:docMk/>
            <pc:sldMk cId="0" sldId="262"/>
            <ac:spMk id="183" creationId="{D07DD2DE-F619-49DD-B5E7-03A290FF4ED1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44.924" v="11"/>
          <ac:spMkLst>
            <pc:docMk/>
            <pc:sldMk cId="0" sldId="262"/>
            <ac:spMk id="185" creationId="{85149191-5F60-4A28-AAFF-039F96B0F3EC}"/>
          </ac:spMkLst>
        </pc:spChg>
        <pc:spChg chg="add del">
          <ac:chgData name="Rachele Newman" userId="S::rm1c10@soton.ac.uk::69351afb-65e9-4c98-abf6-3350785a7d10" providerId="AD" clId="Web-{99B76F1E-B2E9-F1C8-214F-A6B1A6BD1D7F}" dt="2023-12-08T09:40:44.924" v="11"/>
          <ac:spMkLst>
            <pc:docMk/>
            <pc:sldMk cId="0" sldId="262"/>
            <ac:spMk id="187" creationId="{F8260ED5-17F7-4158-B241-D51DD4CF1B7E}"/>
          </ac:spMkLst>
        </pc:spChg>
        <pc:spChg chg="ad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89" creationId="{A8384FB5-9ADC-4DDC-881B-597D56F5B15D}"/>
          </ac:spMkLst>
        </pc:spChg>
        <pc:spChg chg="ad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90" creationId="{91E5A9A7-95C6-4F4F-B00E-C82E07FE62EF}"/>
          </ac:spMkLst>
        </pc:spChg>
        <pc:spChg chg="ad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91" creationId="{D07DD2DE-F619-49DD-B5E7-03A290FF4ED1}"/>
          </ac:spMkLst>
        </pc:spChg>
        <pc:spChg chg="ad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92" creationId="{85149191-5F60-4A28-AAFF-039F96B0F3EC}"/>
          </ac:spMkLst>
        </pc:spChg>
        <pc:spChg chg="add">
          <ac:chgData name="Rachele Newman" userId="S::rm1c10@soton.ac.uk::69351afb-65e9-4c98-abf6-3350785a7d10" providerId="AD" clId="Web-{99B76F1E-B2E9-F1C8-214F-A6B1A6BD1D7F}" dt="2023-12-08T09:40:44.955" v="12"/>
          <ac:spMkLst>
            <pc:docMk/>
            <pc:sldMk cId="0" sldId="262"/>
            <ac:spMk id="193" creationId="{F8260ED5-17F7-4158-B241-D51DD4CF1B7E}"/>
          </ac:spMkLst>
        </pc:spChg>
        <pc:graphicFrameChg chg="mod modGraphic">
          <ac:chgData name="Rachele Newman" userId="S::rm1c10@soton.ac.uk::69351afb-65e9-4c98-abf6-3350785a7d10" providerId="AD" clId="Web-{99B76F1E-B2E9-F1C8-214F-A6B1A6BD1D7F}" dt="2023-12-08T09:40:44.955" v="12"/>
          <ac:graphicFrameMkLst>
            <pc:docMk/>
            <pc:sldMk cId="0" sldId="262"/>
            <ac:graphicFrameMk id="174" creationId="{00000000-0000-0000-0000-000000000000}"/>
          </ac:graphicFrameMkLst>
        </pc:graphicFrameChg>
      </pc:sldChg>
      <pc:sldChg chg="addSp modSp mod setBg modClrScheme chgLayout">
        <pc:chgData name="Rachele Newman" userId="S::rm1c10@soton.ac.uk::69351afb-65e9-4c98-abf6-3350785a7d10" providerId="AD" clId="Web-{99B76F1E-B2E9-F1C8-214F-A6B1A6BD1D7F}" dt="2023-12-08T09:40:52.081" v="13"/>
        <pc:sldMkLst>
          <pc:docMk/>
          <pc:sldMk cId="0" sldId="263"/>
        </pc:sldMkLst>
        <pc:spChg chg="mod ord">
          <ac:chgData name="Rachele Newman" userId="S::rm1c10@soton.ac.uk::69351afb-65e9-4c98-abf6-3350785a7d10" providerId="AD" clId="Web-{99B76F1E-B2E9-F1C8-214F-A6B1A6BD1D7F}" dt="2023-12-08T09:40:52.081" v="13"/>
          <ac:spMkLst>
            <pc:docMk/>
            <pc:sldMk cId="0" sldId="263"/>
            <ac:spMk id="179" creationId="{00000000-0000-0000-0000-000000000000}"/>
          </ac:spMkLst>
        </pc:spChg>
        <pc:spChg chg="mod ord">
          <ac:chgData name="Rachele Newman" userId="S::rm1c10@soton.ac.uk::69351afb-65e9-4c98-abf6-3350785a7d10" providerId="AD" clId="Web-{99B76F1E-B2E9-F1C8-214F-A6B1A6BD1D7F}" dt="2023-12-08T09:40:52.081" v="13"/>
          <ac:spMkLst>
            <pc:docMk/>
            <pc:sldMk cId="0" sldId="263"/>
            <ac:spMk id="180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40:52.081" v="13"/>
          <ac:spMkLst>
            <pc:docMk/>
            <pc:sldMk cId="0" sldId="263"/>
            <ac:spMk id="186" creationId="{B66D7F65-E9B6-4775-8355-D095CC73C1C8}"/>
          </ac:spMkLst>
        </pc:spChg>
        <pc:spChg chg="add">
          <ac:chgData name="Rachele Newman" userId="S::rm1c10@soton.ac.uk::69351afb-65e9-4c98-abf6-3350785a7d10" providerId="AD" clId="Web-{99B76F1E-B2E9-F1C8-214F-A6B1A6BD1D7F}" dt="2023-12-08T09:40:52.081" v="13"/>
          <ac:spMkLst>
            <pc:docMk/>
            <pc:sldMk cId="0" sldId="263"/>
            <ac:spMk id="188" creationId="{61707E60-CEC9-4661-AA82-69242EB4BDC3}"/>
          </ac:spMkLst>
        </pc:spChg>
        <pc:spChg chg="add">
          <ac:chgData name="Rachele Newman" userId="S::rm1c10@soton.ac.uk::69351afb-65e9-4c98-abf6-3350785a7d10" providerId="AD" clId="Web-{99B76F1E-B2E9-F1C8-214F-A6B1A6BD1D7F}" dt="2023-12-08T09:40:52.081" v="13"/>
          <ac:spMkLst>
            <pc:docMk/>
            <pc:sldMk cId="0" sldId="263"/>
            <ac:spMk id="190" creationId="{8F035CD8-AE30-4146-96F2-036B0CE5E4F3}"/>
          </ac:spMkLst>
        </pc:spChg>
        <pc:picChg chg="add">
          <ac:chgData name="Rachele Newman" userId="S::rm1c10@soton.ac.uk::69351afb-65e9-4c98-abf6-3350785a7d10" providerId="AD" clId="Web-{99B76F1E-B2E9-F1C8-214F-A6B1A6BD1D7F}" dt="2023-12-08T09:40:52.081" v="13"/>
          <ac:picMkLst>
            <pc:docMk/>
            <pc:sldMk cId="0" sldId="263"/>
            <ac:picMk id="182" creationId="{7349708C-BDC4-AF1E-0667-EFFAD559916C}"/>
          </ac:picMkLst>
        </pc:picChg>
      </pc:sldChg>
      <pc:sldChg chg="addSp modSp mod setBg modClrScheme addAnim chgLayout">
        <pc:chgData name="Rachele Newman" userId="S::rm1c10@soton.ac.uk::69351afb-65e9-4c98-abf6-3350785a7d10" providerId="AD" clId="Web-{99B76F1E-B2E9-F1C8-214F-A6B1A6BD1D7F}" dt="2023-12-08T09:41:05.551" v="19" actId="20577"/>
        <pc:sldMkLst>
          <pc:docMk/>
          <pc:sldMk cId="0" sldId="264"/>
        </pc:sldMkLst>
        <pc:spChg chg="mod ord">
          <ac:chgData name="Rachele Newman" userId="S::rm1c10@soton.ac.uk::69351afb-65e9-4c98-abf6-3350785a7d10" providerId="AD" clId="Web-{99B76F1E-B2E9-F1C8-214F-A6B1A6BD1D7F}" dt="2023-12-08T09:41:05.551" v="19" actId="20577"/>
          <ac:spMkLst>
            <pc:docMk/>
            <pc:sldMk cId="0" sldId="264"/>
            <ac:spMk id="185" creationId="{00000000-0000-0000-0000-000000000000}"/>
          </ac:spMkLst>
        </pc:spChg>
        <pc:spChg chg="mod or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86" creationId="{00000000-0000-0000-0000-000000000000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91" creationId="{6F5A5072-7B47-4D32-B52A-4EBBF590B8A5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93" creationId="{9715DAF0-AE1B-46C9-8A6B-DB2AA05AB91D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95" creationId="{6016219D-510E-4184-9090-6D5578A87BD1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97" creationId="{AFF4A713-7B75-4B21-90D7-5AB19547C728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199" creationId="{DC631C0B-6DA6-4E57-8231-CE32B3434A7E}"/>
          </ac:spMkLst>
        </pc:spChg>
        <pc:spChg chg="add">
          <ac:chgData name="Rachele Newman" userId="S::rm1c10@soton.ac.uk::69351afb-65e9-4c98-abf6-3350785a7d10" providerId="AD" clId="Web-{99B76F1E-B2E9-F1C8-214F-A6B1A6BD1D7F}" dt="2023-12-08T09:40:57.831" v="14"/>
          <ac:spMkLst>
            <pc:docMk/>
            <pc:sldMk cId="0" sldId="264"/>
            <ac:spMk id="201" creationId="{C29501E6-A978-4A61-9689-9085AF97A53A}"/>
          </ac:spMkLst>
        </pc:spChg>
      </pc:sldChg>
      <pc:sldMasterChg chg="del delSldLayout">
        <pc:chgData name="Rachele Newman" userId="S::rm1c10@soton.ac.uk::69351afb-65e9-4c98-abf6-3350785a7d10" providerId="AD" clId="Web-{99B76F1E-B2E9-F1C8-214F-A6B1A6BD1D7F}" dt="2023-12-08T09:39:32.529" v="0"/>
        <pc:sldMasterMkLst>
          <pc:docMk/>
          <pc:sldMasterMk cId="0" sldId="2147483659"/>
        </pc:sldMasterMkLst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48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3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5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6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7"/>
          </pc:sldLayoutMkLst>
        </pc:sldLayoutChg>
        <pc:sldLayoutChg chg="del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0" sldId="2147483659"/>
            <pc:sldLayoutMk cId="0" sldId="2147483658"/>
          </pc:sldLayoutMkLst>
        </pc:sldLayoutChg>
      </pc:sldMasterChg>
      <pc:sldMasterChg chg="add addSldLayout modSldLayout">
        <pc:chgData name="Rachele Newman" userId="S::rm1c10@soton.ac.uk::69351afb-65e9-4c98-abf6-3350785a7d10" providerId="AD" clId="Web-{99B76F1E-B2E9-F1C8-214F-A6B1A6BD1D7F}" dt="2023-12-08T09:39:32.529" v="0"/>
        <pc:sldMasterMkLst>
          <pc:docMk/>
          <pc:sldMasterMk cId="4033816433" sldId="2147483660"/>
        </pc:sldMasterMkLst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606696139" sldId="2147483661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2365821899" sldId="2147483662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1089960768" sldId="2147483663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903083395" sldId="2147483664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1402219024" sldId="2147483665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3870480581" sldId="2147483666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2880016181" sldId="2147483667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2909079081" sldId="2147483668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3255913985" sldId="2147483669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1731085562" sldId="2147483670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4042135998" sldId="2147483671"/>
          </pc:sldLayoutMkLst>
        </pc:sldLayoutChg>
        <pc:sldLayoutChg chg="add mod replId">
          <pc:chgData name="Rachele Newman" userId="S::rm1c10@soton.ac.uk::69351afb-65e9-4c98-abf6-3350785a7d10" providerId="AD" clId="Web-{99B76F1E-B2E9-F1C8-214F-A6B1A6BD1D7F}" dt="2023-12-08T09:39:32.529" v="0"/>
          <pc:sldLayoutMkLst>
            <pc:docMk/>
            <pc:sldMasterMk cId="4033816433" sldId="2147483660"/>
            <pc:sldLayoutMk cId="2028824156" sldId="2147483672"/>
          </pc:sldLayoutMkLst>
        </pc:sldLayoutChg>
      </pc:sldMasterChg>
    </pc:docChg>
  </pc:docChgLst>
  <pc:docChgLst>
    <pc:chgData name="Wonyong Park" userId="d9415017-2acf-4c90-b8cd-5d467cfa0bec" providerId="ADAL" clId="{C36BBEBE-BD31-4864-89F1-4A2F82CF2BC0}"/>
    <pc:docChg chg="undo custSel modSld">
      <pc:chgData name="Wonyong Park" userId="d9415017-2acf-4c90-b8cd-5d467cfa0bec" providerId="ADAL" clId="{C36BBEBE-BD31-4864-89F1-4A2F82CF2BC0}" dt="2024-06-25T23:05:17.912" v="159" actId="20577"/>
      <pc:docMkLst>
        <pc:docMk/>
      </pc:docMkLst>
      <pc:sldChg chg="addSp delSp modSp mod">
        <pc:chgData name="Wonyong Park" userId="d9415017-2acf-4c90-b8cd-5d467cfa0bec" providerId="ADAL" clId="{C36BBEBE-BD31-4864-89F1-4A2F82CF2BC0}" dt="2024-06-25T22:54:36.292" v="3" actId="478"/>
        <pc:sldMkLst>
          <pc:docMk/>
          <pc:sldMk cId="0" sldId="256"/>
        </pc:sldMkLst>
        <pc:spChg chg="add del mod">
          <ac:chgData name="Wonyong Park" userId="d9415017-2acf-4c90-b8cd-5d467cfa0bec" providerId="ADAL" clId="{C36BBEBE-BD31-4864-89F1-4A2F82CF2BC0}" dt="2024-06-25T22:54:36.292" v="3" actId="478"/>
          <ac:spMkLst>
            <pc:docMk/>
            <pc:sldMk cId="0" sldId="256"/>
            <ac:spMk id="3" creationId="{C13E99D4-B295-0DE6-DE9F-A2517B803688}"/>
          </ac:spMkLst>
        </pc:spChg>
        <pc:spChg chg="mod">
          <ac:chgData name="Wonyong Park" userId="d9415017-2acf-4c90-b8cd-5d467cfa0bec" providerId="ADAL" clId="{C36BBEBE-BD31-4864-89F1-4A2F82CF2BC0}" dt="2024-06-25T21:18:21.585" v="0" actId="20577"/>
          <ac:spMkLst>
            <pc:docMk/>
            <pc:sldMk cId="0" sldId="256"/>
            <ac:spMk id="128" creationId="{00000000-0000-0000-0000-000000000000}"/>
          </ac:spMkLst>
        </pc:spChg>
        <pc:spChg chg="del">
          <ac:chgData name="Wonyong Park" userId="d9415017-2acf-4c90-b8cd-5d467cfa0bec" providerId="ADAL" clId="{C36BBEBE-BD31-4864-89F1-4A2F82CF2BC0}" dt="2024-06-25T22:54:34.394" v="2" actId="478"/>
          <ac:spMkLst>
            <pc:docMk/>
            <pc:sldMk cId="0" sldId="256"/>
            <ac:spMk id="129" creationId="{00000000-0000-0000-0000-000000000000}"/>
          </ac:spMkLst>
        </pc:spChg>
      </pc:sldChg>
      <pc:sldChg chg="delSp mod">
        <pc:chgData name="Wonyong Park" userId="d9415017-2acf-4c90-b8cd-5d467cfa0bec" providerId="ADAL" clId="{C36BBEBE-BD31-4864-89F1-4A2F82CF2BC0}" dt="2024-06-25T22:52:52.486" v="1" actId="478"/>
        <pc:sldMkLst>
          <pc:docMk/>
          <pc:sldMk cId="0" sldId="258"/>
        </pc:sldMkLst>
        <pc:spChg chg="del">
          <ac:chgData name="Wonyong Park" userId="d9415017-2acf-4c90-b8cd-5d467cfa0bec" providerId="ADAL" clId="{C36BBEBE-BD31-4864-89F1-4A2F82CF2BC0}" dt="2024-06-25T22:52:52.486" v="1" actId="478"/>
          <ac:spMkLst>
            <pc:docMk/>
            <pc:sldMk cId="0" sldId="258"/>
            <ac:spMk id="147" creationId="{00000000-0000-0000-0000-000000000000}"/>
          </ac:spMkLst>
        </pc:spChg>
        <pc:spChg chg="del">
          <ac:chgData name="Wonyong Park" userId="d9415017-2acf-4c90-b8cd-5d467cfa0bec" providerId="ADAL" clId="{C36BBEBE-BD31-4864-89F1-4A2F82CF2BC0}" dt="2024-06-25T22:52:52.486" v="1" actId="478"/>
          <ac:spMkLst>
            <pc:docMk/>
            <pc:sldMk cId="0" sldId="258"/>
            <ac:spMk id="148" creationId="{00000000-0000-0000-0000-000000000000}"/>
          </ac:spMkLst>
        </pc:spChg>
        <pc:spChg chg="del">
          <ac:chgData name="Wonyong Park" userId="d9415017-2acf-4c90-b8cd-5d467cfa0bec" providerId="ADAL" clId="{C36BBEBE-BD31-4864-89F1-4A2F82CF2BC0}" dt="2024-06-25T22:52:52.486" v="1" actId="478"/>
          <ac:spMkLst>
            <pc:docMk/>
            <pc:sldMk cId="0" sldId="258"/>
            <ac:spMk id="149" creationId="{00000000-0000-0000-0000-000000000000}"/>
          </ac:spMkLst>
        </pc:spChg>
        <pc:picChg chg="del">
          <ac:chgData name="Wonyong Park" userId="d9415017-2acf-4c90-b8cd-5d467cfa0bec" providerId="ADAL" clId="{C36BBEBE-BD31-4864-89F1-4A2F82CF2BC0}" dt="2024-06-25T22:52:52.486" v="1" actId="478"/>
          <ac:picMkLst>
            <pc:docMk/>
            <pc:sldMk cId="0" sldId="258"/>
            <ac:picMk id="142" creationId="{00000000-0000-0000-0000-000000000000}"/>
          </ac:picMkLst>
        </pc:picChg>
        <pc:picChg chg="del">
          <ac:chgData name="Wonyong Park" userId="d9415017-2acf-4c90-b8cd-5d467cfa0bec" providerId="ADAL" clId="{C36BBEBE-BD31-4864-89F1-4A2F82CF2BC0}" dt="2024-06-25T22:52:52.486" v="1" actId="478"/>
          <ac:picMkLst>
            <pc:docMk/>
            <pc:sldMk cId="0" sldId="258"/>
            <ac:picMk id="143" creationId="{00000000-0000-0000-0000-000000000000}"/>
          </ac:picMkLst>
        </pc:picChg>
        <pc:picChg chg="del">
          <ac:chgData name="Wonyong Park" userId="d9415017-2acf-4c90-b8cd-5d467cfa0bec" providerId="ADAL" clId="{C36BBEBE-BD31-4864-89F1-4A2F82CF2BC0}" dt="2024-06-25T22:52:52.486" v="1" actId="478"/>
          <ac:picMkLst>
            <pc:docMk/>
            <pc:sldMk cId="0" sldId="258"/>
            <ac:picMk id="144" creationId="{00000000-0000-0000-0000-000000000000}"/>
          </ac:picMkLst>
        </pc:picChg>
        <pc:picChg chg="del">
          <ac:chgData name="Wonyong Park" userId="d9415017-2acf-4c90-b8cd-5d467cfa0bec" providerId="ADAL" clId="{C36BBEBE-BD31-4864-89F1-4A2F82CF2BC0}" dt="2024-06-25T22:52:52.486" v="1" actId="478"/>
          <ac:picMkLst>
            <pc:docMk/>
            <pc:sldMk cId="0" sldId="258"/>
            <ac:picMk id="145" creationId="{00000000-0000-0000-0000-000000000000}"/>
          </ac:picMkLst>
        </pc:picChg>
        <pc:picChg chg="del">
          <ac:chgData name="Wonyong Park" userId="d9415017-2acf-4c90-b8cd-5d467cfa0bec" providerId="ADAL" clId="{C36BBEBE-BD31-4864-89F1-4A2F82CF2BC0}" dt="2024-06-25T22:52:52.486" v="1" actId="478"/>
          <ac:picMkLst>
            <pc:docMk/>
            <pc:sldMk cId="0" sldId="258"/>
            <ac:picMk id="146" creationId="{00000000-0000-0000-0000-000000000000}"/>
          </ac:picMkLst>
        </pc:picChg>
      </pc:sldChg>
      <pc:sldChg chg="modSp mod">
        <pc:chgData name="Wonyong Park" userId="d9415017-2acf-4c90-b8cd-5d467cfa0bec" providerId="ADAL" clId="{C36BBEBE-BD31-4864-89F1-4A2F82CF2BC0}" dt="2024-06-25T23:02:54.290" v="155" actId="20577"/>
        <pc:sldMkLst>
          <pc:docMk/>
          <pc:sldMk cId="0" sldId="260"/>
        </pc:sldMkLst>
        <pc:spChg chg="mod">
          <ac:chgData name="Wonyong Park" userId="d9415017-2acf-4c90-b8cd-5d467cfa0bec" providerId="ADAL" clId="{C36BBEBE-BD31-4864-89F1-4A2F82CF2BC0}" dt="2024-06-25T23:02:54.290" v="155" actId="20577"/>
          <ac:spMkLst>
            <pc:docMk/>
            <pc:sldMk cId="0" sldId="260"/>
            <ac:spMk id="162" creationId="{00000000-0000-0000-0000-000000000000}"/>
          </ac:spMkLst>
        </pc:spChg>
      </pc:sldChg>
      <pc:sldChg chg="modSp">
        <pc:chgData name="Wonyong Park" userId="d9415017-2acf-4c90-b8cd-5d467cfa0bec" providerId="ADAL" clId="{C36BBEBE-BD31-4864-89F1-4A2F82CF2BC0}" dt="2024-06-25T23:05:17.912" v="159" actId="20577"/>
        <pc:sldMkLst>
          <pc:docMk/>
          <pc:sldMk cId="0" sldId="261"/>
        </pc:sldMkLst>
        <pc:graphicFrameChg chg="mod">
          <ac:chgData name="Wonyong Park" userId="d9415017-2acf-4c90-b8cd-5d467cfa0bec" providerId="ADAL" clId="{C36BBEBE-BD31-4864-89F1-4A2F82CF2BC0}" dt="2024-06-25T23:05:17.912" v="159" actId="20577"/>
          <ac:graphicFrameMkLst>
            <pc:docMk/>
            <pc:sldMk cId="0" sldId="261"/>
            <ac:graphicFrameMk id="170" creationId="{C3AAFF04-6503-7A4F-C17C-75B40EF322D2}"/>
          </ac:graphicFrameMkLst>
        </pc:graphicFrameChg>
      </pc:sldChg>
      <pc:sldChg chg="modSp mod">
        <pc:chgData name="Wonyong Park" userId="d9415017-2acf-4c90-b8cd-5d467cfa0bec" providerId="ADAL" clId="{C36BBEBE-BD31-4864-89F1-4A2F82CF2BC0}" dt="2024-06-25T22:56:37.330" v="70" actId="404"/>
        <pc:sldMkLst>
          <pc:docMk/>
          <pc:sldMk cId="0" sldId="262"/>
        </pc:sldMkLst>
        <pc:graphicFrameChg chg="modGraphic">
          <ac:chgData name="Wonyong Park" userId="d9415017-2acf-4c90-b8cd-5d467cfa0bec" providerId="ADAL" clId="{C36BBEBE-BD31-4864-89F1-4A2F82CF2BC0}" dt="2024-06-25T22:56:37.330" v="70" actId="404"/>
          <ac:graphicFrameMkLst>
            <pc:docMk/>
            <pc:sldMk cId="0" sldId="262"/>
            <ac:graphicFrameMk id="174" creationId="{00000000-0000-0000-0000-000000000000}"/>
          </ac:graphicFrameMkLst>
        </pc:graphicFrameChg>
      </pc:sldChg>
      <pc:sldChg chg="modSp mod">
        <pc:chgData name="Wonyong Park" userId="d9415017-2acf-4c90-b8cd-5d467cfa0bec" providerId="ADAL" clId="{C36BBEBE-BD31-4864-89F1-4A2F82CF2BC0}" dt="2024-06-25T22:58:28.105" v="118" actId="20577"/>
        <pc:sldMkLst>
          <pc:docMk/>
          <pc:sldMk cId="0" sldId="263"/>
        </pc:sldMkLst>
        <pc:spChg chg="mod">
          <ac:chgData name="Wonyong Park" userId="d9415017-2acf-4c90-b8cd-5d467cfa0bec" providerId="ADAL" clId="{C36BBEBE-BD31-4864-89F1-4A2F82CF2BC0}" dt="2024-06-25T22:58:28.105" v="118" actId="20577"/>
          <ac:spMkLst>
            <pc:docMk/>
            <pc:sldMk cId="0" sldId="263"/>
            <ac:spMk id="180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63AD7-E1A4-43FA-880C-D9C5119BB3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2CF0F21-2BF8-40F3-89BB-66E7AD5CF62A}">
      <dgm:prSet/>
      <dgm:spPr/>
      <dgm:t>
        <a:bodyPr/>
        <a:lstStyle/>
        <a:p>
          <a:r>
            <a:rPr lang="en-GB"/>
            <a:t>To investigate different ‘anti-sinking’ ideas</a:t>
          </a:r>
          <a:endParaRPr lang="en-US"/>
        </a:p>
      </dgm:t>
    </dgm:pt>
    <dgm:pt modelId="{65659F2C-13F1-4128-A5BA-F28392179C69}" type="parTrans" cxnId="{CEEB9B8B-F9C8-4723-966D-34E3C7B74146}">
      <dgm:prSet/>
      <dgm:spPr/>
      <dgm:t>
        <a:bodyPr/>
        <a:lstStyle/>
        <a:p>
          <a:endParaRPr lang="en-US"/>
        </a:p>
      </dgm:t>
    </dgm:pt>
    <dgm:pt modelId="{19D4CDEF-310F-418B-AA0C-1A2CE4C04414}" type="sibTrans" cxnId="{CEEB9B8B-F9C8-4723-966D-34E3C7B74146}">
      <dgm:prSet/>
      <dgm:spPr/>
      <dgm:t>
        <a:bodyPr/>
        <a:lstStyle/>
        <a:p>
          <a:endParaRPr lang="en-US"/>
        </a:p>
      </dgm:t>
    </dgm:pt>
    <dgm:pt modelId="{3F656E4B-43BE-4F0F-A2A9-E2A66F0EDA1A}">
      <dgm:prSet/>
      <dgm:spPr/>
      <dgm:t>
        <a:bodyPr/>
        <a:lstStyle/>
        <a:p>
          <a:r>
            <a:rPr lang="en-GB"/>
            <a:t>To evaluate the effectiveness of different ‘anti-sinking’ ideas</a:t>
          </a:r>
          <a:endParaRPr lang="en-US"/>
        </a:p>
      </dgm:t>
    </dgm:pt>
    <dgm:pt modelId="{68A24878-BC59-4CA8-B9F7-D44703701212}" type="parTrans" cxnId="{D0DA067C-9BDB-40B6-B300-85FF1EC8FD23}">
      <dgm:prSet/>
      <dgm:spPr/>
      <dgm:t>
        <a:bodyPr/>
        <a:lstStyle/>
        <a:p>
          <a:endParaRPr lang="en-US"/>
        </a:p>
      </dgm:t>
    </dgm:pt>
    <dgm:pt modelId="{9B427015-608F-472B-853D-4BBA70C334A9}" type="sibTrans" cxnId="{D0DA067C-9BDB-40B6-B300-85FF1EC8FD23}">
      <dgm:prSet/>
      <dgm:spPr/>
      <dgm:t>
        <a:bodyPr/>
        <a:lstStyle/>
        <a:p>
          <a:endParaRPr lang="en-US"/>
        </a:p>
      </dgm:t>
    </dgm:pt>
    <dgm:pt modelId="{8858661D-2EFA-4D15-96F2-81C80BFB6870}" type="pres">
      <dgm:prSet presAssocID="{F3463AD7-E1A4-43FA-880C-D9C5119BB338}" presName="root" presStyleCnt="0">
        <dgm:presLayoutVars>
          <dgm:dir/>
          <dgm:resizeHandles val="exact"/>
        </dgm:presLayoutVars>
      </dgm:prSet>
      <dgm:spPr/>
    </dgm:pt>
    <dgm:pt modelId="{1534C249-8665-42ED-BABC-59481B276F84}" type="pres">
      <dgm:prSet presAssocID="{C2CF0F21-2BF8-40F3-89BB-66E7AD5CF62A}" presName="compNode" presStyleCnt="0"/>
      <dgm:spPr/>
    </dgm:pt>
    <dgm:pt modelId="{F65AD20F-5B2C-4438-A62E-28E2CF856531}" type="pres">
      <dgm:prSet presAssocID="{C2CF0F21-2BF8-40F3-89BB-66E7AD5CF6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ve"/>
        </a:ext>
      </dgm:extLst>
    </dgm:pt>
    <dgm:pt modelId="{F34F489B-73FB-4AE8-BAAA-ECF8C79F3919}" type="pres">
      <dgm:prSet presAssocID="{C2CF0F21-2BF8-40F3-89BB-66E7AD5CF62A}" presName="spaceRect" presStyleCnt="0"/>
      <dgm:spPr/>
    </dgm:pt>
    <dgm:pt modelId="{2F37DD71-00E7-4427-8893-6B9359367B37}" type="pres">
      <dgm:prSet presAssocID="{C2CF0F21-2BF8-40F3-89BB-66E7AD5CF62A}" presName="textRect" presStyleLbl="revTx" presStyleIdx="0" presStyleCnt="2">
        <dgm:presLayoutVars>
          <dgm:chMax val="1"/>
          <dgm:chPref val="1"/>
        </dgm:presLayoutVars>
      </dgm:prSet>
      <dgm:spPr/>
    </dgm:pt>
    <dgm:pt modelId="{0B81EB64-A97D-4F27-A1A0-72A8D251DBCE}" type="pres">
      <dgm:prSet presAssocID="{19D4CDEF-310F-418B-AA0C-1A2CE4C04414}" presName="sibTrans" presStyleCnt="0"/>
      <dgm:spPr/>
    </dgm:pt>
    <dgm:pt modelId="{5970A373-CA2C-42BB-A09A-EBB8234BD877}" type="pres">
      <dgm:prSet presAssocID="{3F656E4B-43BE-4F0F-A2A9-E2A66F0EDA1A}" presName="compNode" presStyleCnt="0"/>
      <dgm:spPr/>
    </dgm:pt>
    <dgm:pt modelId="{A58122CF-5987-42D8-8F3C-AF484CECF4E0}" type="pres">
      <dgm:prSet presAssocID="{3F656E4B-43BE-4F0F-A2A9-E2A66F0EDA1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44505E59-EB02-413C-858B-A5AE2D9B86D5}" type="pres">
      <dgm:prSet presAssocID="{3F656E4B-43BE-4F0F-A2A9-E2A66F0EDA1A}" presName="spaceRect" presStyleCnt="0"/>
      <dgm:spPr/>
    </dgm:pt>
    <dgm:pt modelId="{348EB417-BE9E-4A29-AC72-80F2E9413694}" type="pres">
      <dgm:prSet presAssocID="{3F656E4B-43BE-4F0F-A2A9-E2A66F0EDA1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F61005-CE94-495D-A0D3-4960E2B655CF}" type="presOf" srcId="{F3463AD7-E1A4-43FA-880C-D9C5119BB338}" destId="{8858661D-2EFA-4D15-96F2-81C80BFB6870}" srcOrd="0" destOrd="0" presId="urn:microsoft.com/office/officeart/2018/2/layout/IconLabelList"/>
    <dgm:cxn modelId="{D0DA067C-9BDB-40B6-B300-85FF1EC8FD23}" srcId="{F3463AD7-E1A4-43FA-880C-D9C5119BB338}" destId="{3F656E4B-43BE-4F0F-A2A9-E2A66F0EDA1A}" srcOrd="1" destOrd="0" parTransId="{68A24878-BC59-4CA8-B9F7-D44703701212}" sibTransId="{9B427015-608F-472B-853D-4BBA70C334A9}"/>
    <dgm:cxn modelId="{CEEB9B8B-F9C8-4723-966D-34E3C7B74146}" srcId="{F3463AD7-E1A4-43FA-880C-D9C5119BB338}" destId="{C2CF0F21-2BF8-40F3-89BB-66E7AD5CF62A}" srcOrd="0" destOrd="0" parTransId="{65659F2C-13F1-4128-A5BA-F28392179C69}" sibTransId="{19D4CDEF-310F-418B-AA0C-1A2CE4C04414}"/>
    <dgm:cxn modelId="{1B19789E-ACF1-49F6-985B-E912CC394D36}" type="presOf" srcId="{3F656E4B-43BE-4F0F-A2A9-E2A66F0EDA1A}" destId="{348EB417-BE9E-4A29-AC72-80F2E9413694}" srcOrd="0" destOrd="0" presId="urn:microsoft.com/office/officeart/2018/2/layout/IconLabelList"/>
    <dgm:cxn modelId="{6ABCC5DA-51F8-440E-9BAF-58CA4FAB47F4}" type="presOf" srcId="{C2CF0F21-2BF8-40F3-89BB-66E7AD5CF62A}" destId="{2F37DD71-00E7-4427-8893-6B9359367B37}" srcOrd="0" destOrd="0" presId="urn:microsoft.com/office/officeart/2018/2/layout/IconLabelList"/>
    <dgm:cxn modelId="{9D1237A1-4C77-4C5F-A6CF-B8285CB1D388}" type="presParOf" srcId="{8858661D-2EFA-4D15-96F2-81C80BFB6870}" destId="{1534C249-8665-42ED-BABC-59481B276F84}" srcOrd="0" destOrd="0" presId="urn:microsoft.com/office/officeart/2018/2/layout/IconLabelList"/>
    <dgm:cxn modelId="{58ACE9D2-0EC1-45E4-B447-E514AC47F134}" type="presParOf" srcId="{1534C249-8665-42ED-BABC-59481B276F84}" destId="{F65AD20F-5B2C-4438-A62E-28E2CF856531}" srcOrd="0" destOrd="0" presId="urn:microsoft.com/office/officeart/2018/2/layout/IconLabelList"/>
    <dgm:cxn modelId="{F818B6F8-EF2C-44FA-A50E-F2EF760E7F73}" type="presParOf" srcId="{1534C249-8665-42ED-BABC-59481B276F84}" destId="{F34F489B-73FB-4AE8-BAAA-ECF8C79F3919}" srcOrd="1" destOrd="0" presId="urn:microsoft.com/office/officeart/2018/2/layout/IconLabelList"/>
    <dgm:cxn modelId="{6393E1FB-C78D-4992-B106-F5E9D42D6BA6}" type="presParOf" srcId="{1534C249-8665-42ED-BABC-59481B276F84}" destId="{2F37DD71-00E7-4427-8893-6B9359367B37}" srcOrd="2" destOrd="0" presId="urn:microsoft.com/office/officeart/2018/2/layout/IconLabelList"/>
    <dgm:cxn modelId="{30F752E4-942D-40FC-A465-0145B4A99BC6}" type="presParOf" srcId="{8858661D-2EFA-4D15-96F2-81C80BFB6870}" destId="{0B81EB64-A97D-4F27-A1A0-72A8D251DBCE}" srcOrd="1" destOrd="0" presId="urn:microsoft.com/office/officeart/2018/2/layout/IconLabelList"/>
    <dgm:cxn modelId="{17728522-278C-4198-8061-661825BE6709}" type="presParOf" srcId="{8858661D-2EFA-4D15-96F2-81C80BFB6870}" destId="{5970A373-CA2C-42BB-A09A-EBB8234BD877}" srcOrd="2" destOrd="0" presId="urn:microsoft.com/office/officeart/2018/2/layout/IconLabelList"/>
    <dgm:cxn modelId="{4CDEB475-92F4-44DF-B71B-15D86F41C137}" type="presParOf" srcId="{5970A373-CA2C-42BB-A09A-EBB8234BD877}" destId="{A58122CF-5987-42D8-8F3C-AF484CECF4E0}" srcOrd="0" destOrd="0" presId="urn:microsoft.com/office/officeart/2018/2/layout/IconLabelList"/>
    <dgm:cxn modelId="{697994CC-23C6-4F7C-BF3E-A98787E2F290}" type="presParOf" srcId="{5970A373-CA2C-42BB-A09A-EBB8234BD877}" destId="{44505E59-EB02-413C-858B-A5AE2D9B86D5}" srcOrd="1" destOrd="0" presId="urn:microsoft.com/office/officeart/2018/2/layout/IconLabelList"/>
    <dgm:cxn modelId="{2D5D7D72-A2FD-4AD4-9F20-AD1581B47A44}" type="presParOf" srcId="{5970A373-CA2C-42BB-A09A-EBB8234BD877}" destId="{348EB417-BE9E-4A29-AC72-80F2E94136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E4B218-B09E-414C-8348-C1947153FB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55A04C-DFD2-461E-96A1-246B37D45E1E}">
      <dgm:prSet/>
      <dgm:spPr/>
      <dgm:t>
        <a:bodyPr/>
        <a:lstStyle/>
        <a:p>
          <a:r>
            <a:rPr lang="en-GB"/>
            <a:t>What is the purpose of a watertight bulkhead?</a:t>
          </a:r>
          <a:endParaRPr lang="en-US"/>
        </a:p>
      </dgm:t>
    </dgm:pt>
    <dgm:pt modelId="{F169A48B-7DDC-4481-B7F7-87AC7EADB9F9}" type="parTrans" cxnId="{1A9A2E82-D023-43D7-A0B2-AA2EEB1F5266}">
      <dgm:prSet/>
      <dgm:spPr/>
      <dgm:t>
        <a:bodyPr/>
        <a:lstStyle/>
        <a:p>
          <a:endParaRPr lang="en-US"/>
        </a:p>
      </dgm:t>
    </dgm:pt>
    <dgm:pt modelId="{171E649C-8BB6-4AF5-8EC0-505193B0E2A3}" type="sibTrans" cxnId="{1A9A2E82-D023-43D7-A0B2-AA2EEB1F5266}">
      <dgm:prSet/>
      <dgm:spPr/>
      <dgm:t>
        <a:bodyPr/>
        <a:lstStyle/>
        <a:p>
          <a:endParaRPr lang="en-US"/>
        </a:p>
      </dgm:t>
    </dgm:pt>
    <dgm:pt modelId="{AE6EB60A-0FD6-47EA-9315-18F6FBB2D287}">
      <dgm:prSet/>
      <dgm:spPr/>
      <dgm:t>
        <a:bodyPr/>
        <a:lstStyle/>
        <a:p>
          <a:r>
            <a:rPr lang="en-GB"/>
            <a:t>What was the independent variable?</a:t>
          </a:r>
          <a:endParaRPr lang="en-US"/>
        </a:p>
      </dgm:t>
    </dgm:pt>
    <dgm:pt modelId="{9DC7DC9C-5096-43D5-ACB7-8CED37BD8C26}" type="parTrans" cxnId="{3EECB4C8-377C-464C-A1BB-84714A939CFF}">
      <dgm:prSet/>
      <dgm:spPr/>
      <dgm:t>
        <a:bodyPr/>
        <a:lstStyle/>
        <a:p>
          <a:endParaRPr lang="en-US"/>
        </a:p>
      </dgm:t>
    </dgm:pt>
    <dgm:pt modelId="{BE94AC08-D379-4D61-BB1E-BB409772C57D}" type="sibTrans" cxnId="{3EECB4C8-377C-464C-A1BB-84714A939CFF}">
      <dgm:prSet/>
      <dgm:spPr/>
      <dgm:t>
        <a:bodyPr/>
        <a:lstStyle/>
        <a:p>
          <a:endParaRPr lang="en-US"/>
        </a:p>
      </dgm:t>
    </dgm:pt>
    <dgm:pt modelId="{EA30CD25-EBB5-4CF2-871B-B70D81BF6A4B}">
      <dgm:prSet/>
      <dgm:spPr/>
      <dgm:t>
        <a:bodyPr/>
        <a:lstStyle/>
        <a:p>
          <a:r>
            <a:rPr lang="en-GB"/>
            <a:t>What was the dependent variable?</a:t>
          </a:r>
          <a:endParaRPr lang="en-US"/>
        </a:p>
      </dgm:t>
    </dgm:pt>
    <dgm:pt modelId="{02B4F191-D13A-4E00-A2E7-3BBD8AE3EED7}" type="parTrans" cxnId="{E1A77059-FAAB-4E9A-AF5E-E8DFE946177C}">
      <dgm:prSet/>
      <dgm:spPr/>
      <dgm:t>
        <a:bodyPr/>
        <a:lstStyle/>
        <a:p>
          <a:endParaRPr lang="en-US"/>
        </a:p>
      </dgm:t>
    </dgm:pt>
    <dgm:pt modelId="{3E066AC1-36C1-4C59-9C64-FDC91CDB95D5}" type="sibTrans" cxnId="{E1A77059-FAAB-4E9A-AF5E-E8DFE946177C}">
      <dgm:prSet/>
      <dgm:spPr/>
      <dgm:t>
        <a:bodyPr/>
        <a:lstStyle/>
        <a:p>
          <a:endParaRPr lang="en-US"/>
        </a:p>
      </dgm:t>
    </dgm:pt>
    <dgm:pt modelId="{ABD25E92-F685-47FF-87D9-9D69BC5FC53E}">
      <dgm:prSet/>
      <dgm:spPr/>
      <dgm:t>
        <a:bodyPr/>
        <a:lstStyle/>
        <a:p>
          <a:r>
            <a:rPr lang="en-GB"/>
            <a:t>What were the control variables?</a:t>
          </a:r>
          <a:endParaRPr lang="en-US"/>
        </a:p>
      </dgm:t>
    </dgm:pt>
    <dgm:pt modelId="{DE78A9F3-70C5-4CFF-AAA7-1E593EECD791}" type="parTrans" cxnId="{6500E4E3-4845-4EA2-B0AF-C72FA1F6D47A}">
      <dgm:prSet/>
      <dgm:spPr/>
      <dgm:t>
        <a:bodyPr/>
        <a:lstStyle/>
        <a:p>
          <a:endParaRPr lang="en-US"/>
        </a:p>
      </dgm:t>
    </dgm:pt>
    <dgm:pt modelId="{715437A7-D3E3-4A15-9B79-02C42A4ADECF}" type="sibTrans" cxnId="{6500E4E3-4845-4EA2-B0AF-C72FA1F6D47A}">
      <dgm:prSet/>
      <dgm:spPr/>
      <dgm:t>
        <a:bodyPr/>
        <a:lstStyle/>
        <a:p>
          <a:endParaRPr lang="en-US"/>
        </a:p>
      </dgm:t>
    </dgm:pt>
    <dgm:pt modelId="{E196C625-0511-47A3-99CA-5771F1DA11F4}" type="pres">
      <dgm:prSet presAssocID="{97E4B218-B09E-414C-8348-C1947153FB8A}" presName="linear" presStyleCnt="0">
        <dgm:presLayoutVars>
          <dgm:animLvl val="lvl"/>
          <dgm:resizeHandles val="exact"/>
        </dgm:presLayoutVars>
      </dgm:prSet>
      <dgm:spPr/>
    </dgm:pt>
    <dgm:pt modelId="{6680E3D2-BFC1-44B5-A076-8A16AD1622D8}" type="pres">
      <dgm:prSet presAssocID="{CB55A04C-DFD2-461E-96A1-246B37D45E1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59A340-D4F8-4B3D-B050-F1A3863CD6A1}" type="pres">
      <dgm:prSet presAssocID="{171E649C-8BB6-4AF5-8EC0-505193B0E2A3}" presName="spacer" presStyleCnt="0"/>
      <dgm:spPr/>
    </dgm:pt>
    <dgm:pt modelId="{BC1B13CA-0B26-4524-8BD7-200B31F781E3}" type="pres">
      <dgm:prSet presAssocID="{AE6EB60A-0FD6-47EA-9315-18F6FBB2D2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1E5B79-6D06-48F9-A435-D5BA2BA82266}" type="pres">
      <dgm:prSet presAssocID="{BE94AC08-D379-4D61-BB1E-BB409772C57D}" presName="spacer" presStyleCnt="0"/>
      <dgm:spPr/>
    </dgm:pt>
    <dgm:pt modelId="{BDFEDBCB-25D7-4667-8F48-8E14106C11A9}" type="pres">
      <dgm:prSet presAssocID="{EA30CD25-EBB5-4CF2-871B-B70D81BF6A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D1AACF-3645-4489-BA4F-E763BBE4367C}" type="pres">
      <dgm:prSet presAssocID="{3E066AC1-36C1-4C59-9C64-FDC91CDB95D5}" presName="spacer" presStyleCnt="0"/>
      <dgm:spPr/>
    </dgm:pt>
    <dgm:pt modelId="{33CA6FF8-1E52-4102-B2E5-DD359F0460AC}" type="pres">
      <dgm:prSet presAssocID="{ABD25E92-F685-47FF-87D9-9D69BC5FC53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363C4E-F668-4C3C-8AD0-45F59C469CF7}" type="presOf" srcId="{AE6EB60A-0FD6-47EA-9315-18F6FBB2D287}" destId="{BC1B13CA-0B26-4524-8BD7-200B31F781E3}" srcOrd="0" destOrd="0" presId="urn:microsoft.com/office/officeart/2005/8/layout/vList2"/>
    <dgm:cxn modelId="{93DC8F78-0460-49D5-A5E1-C87665A2148A}" type="presOf" srcId="{97E4B218-B09E-414C-8348-C1947153FB8A}" destId="{E196C625-0511-47A3-99CA-5771F1DA11F4}" srcOrd="0" destOrd="0" presId="urn:microsoft.com/office/officeart/2005/8/layout/vList2"/>
    <dgm:cxn modelId="{E1A77059-FAAB-4E9A-AF5E-E8DFE946177C}" srcId="{97E4B218-B09E-414C-8348-C1947153FB8A}" destId="{EA30CD25-EBB5-4CF2-871B-B70D81BF6A4B}" srcOrd="2" destOrd="0" parTransId="{02B4F191-D13A-4E00-A2E7-3BBD8AE3EED7}" sibTransId="{3E066AC1-36C1-4C59-9C64-FDC91CDB95D5}"/>
    <dgm:cxn modelId="{1A9A2E82-D023-43D7-A0B2-AA2EEB1F5266}" srcId="{97E4B218-B09E-414C-8348-C1947153FB8A}" destId="{CB55A04C-DFD2-461E-96A1-246B37D45E1E}" srcOrd="0" destOrd="0" parTransId="{F169A48B-7DDC-4481-B7F7-87AC7EADB9F9}" sibTransId="{171E649C-8BB6-4AF5-8EC0-505193B0E2A3}"/>
    <dgm:cxn modelId="{5C7ACD97-A864-468A-94A0-6E0D75B01C2D}" type="presOf" srcId="{ABD25E92-F685-47FF-87D9-9D69BC5FC53E}" destId="{33CA6FF8-1E52-4102-B2E5-DD359F0460AC}" srcOrd="0" destOrd="0" presId="urn:microsoft.com/office/officeart/2005/8/layout/vList2"/>
    <dgm:cxn modelId="{D869449D-B590-4DC5-8531-B2CD2749C14E}" type="presOf" srcId="{EA30CD25-EBB5-4CF2-871B-B70D81BF6A4B}" destId="{BDFEDBCB-25D7-4667-8F48-8E14106C11A9}" srcOrd="0" destOrd="0" presId="urn:microsoft.com/office/officeart/2005/8/layout/vList2"/>
    <dgm:cxn modelId="{3EECB4C8-377C-464C-A1BB-84714A939CFF}" srcId="{97E4B218-B09E-414C-8348-C1947153FB8A}" destId="{AE6EB60A-0FD6-47EA-9315-18F6FBB2D287}" srcOrd="1" destOrd="0" parTransId="{9DC7DC9C-5096-43D5-ACB7-8CED37BD8C26}" sibTransId="{BE94AC08-D379-4D61-BB1E-BB409772C57D}"/>
    <dgm:cxn modelId="{6500E4E3-4845-4EA2-B0AF-C72FA1F6D47A}" srcId="{97E4B218-B09E-414C-8348-C1947153FB8A}" destId="{ABD25E92-F685-47FF-87D9-9D69BC5FC53E}" srcOrd="3" destOrd="0" parTransId="{DE78A9F3-70C5-4CFF-AAA7-1E593EECD791}" sibTransId="{715437A7-D3E3-4A15-9B79-02C42A4ADECF}"/>
    <dgm:cxn modelId="{3B7FAAEB-9937-46F1-91A9-2112BACAB18B}" type="presOf" srcId="{CB55A04C-DFD2-461E-96A1-246B37D45E1E}" destId="{6680E3D2-BFC1-44B5-A076-8A16AD1622D8}" srcOrd="0" destOrd="0" presId="urn:microsoft.com/office/officeart/2005/8/layout/vList2"/>
    <dgm:cxn modelId="{F7411FB8-34C8-41DE-85DC-CA14A588AACE}" type="presParOf" srcId="{E196C625-0511-47A3-99CA-5771F1DA11F4}" destId="{6680E3D2-BFC1-44B5-A076-8A16AD1622D8}" srcOrd="0" destOrd="0" presId="urn:microsoft.com/office/officeart/2005/8/layout/vList2"/>
    <dgm:cxn modelId="{BDEE7944-37E0-4944-9195-2A587F6A9198}" type="presParOf" srcId="{E196C625-0511-47A3-99CA-5771F1DA11F4}" destId="{7E59A340-D4F8-4B3D-B050-F1A3863CD6A1}" srcOrd="1" destOrd="0" presId="urn:microsoft.com/office/officeart/2005/8/layout/vList2"/>
    <dgm:cxn modelId="{5EE70C5A-9632-4E81-899E-C3137AF24B82}" type="presParOf" srcId="{E196C625-0511-47A3-99CA-5771F1DA11F4}" destId="{BC1B13CA-0B26-4524-8BD7-200B31F781E3}" srcOrd="2" destOrd="0" presId="urn:microsoft.com/office/officeart/2005/8/layout/vList2"/>
    <dgm:cxn modelId="{2A38B78A-280E-4B58-9177-AF4B8B5CBE96}" type="presParOf" srcId="{E196C625-0511-47A3-99CA-5771F1DA11F4}" destId="{6D1E5B79-6D06-48F9-A435-D5BA2BA82266}" srcOrd="3" destOrd="0" presId="urn:microsoft.com/office/officeart/2005/8/layout/vList2"/>
    <dgm:cxn modelId="{23E3C11D-746D-4E7B-B976-14464822C864}" type="presParOf" srcId="{E196C625-0511-47A3-99CA-5771F1DA11F4}" destId="{BDFEDBCB-25D7-4667-8F48-8E14106C11A9}" srcOrd="4" destOrd="0" presId="urn:microsoft.com/office/officeart/2005/8/layout/vList2"/>
    <dgm:cxn modelId="{DCAC5528-812A-45A9-AB5B-E99A90C3667A}" type="presParOf" srcId="{E196C625-0511-47A3-99CA-5771F1DA11F4}" destId="{82D1AACF-3645-4489-BA4F-E763BBE4367C}" srcOrd="5" destOrd="0" presId="urn:microsoft.com/office/officeart/2005/8/layout/vList2"/>
    <dgm:cxn modelId="{8D4F39AF-A853-4930-895E-60E843CBFE34}" type="presParOf" srcId="{E196C625-0511-47A3-99CA-5771F1DA11F4}" destId="{33CA6FF8-1E52-4102-B2E5-DD359F0460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3D7870-A079-4CA5-9B95-9E0F07716A5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4BFEFBB-DC8A-4292-B64A-33C5EB51B3D4}">
      <dgm:prSet/>
      <dgm:spPr/>
      <dgm:t>
        <a:bodyPr/>
        <a:lstStyle/>
        <a:p>
          <a:pPr>
            <a:defRPr cap="all"/>
          </a:pPr>
          <a:r>
            <a:rPr lang="en-GB" dirty="0"/>
            <a:t>Remake your Carton ship</a:t>
          </a:r>
          <a:endParaRPr lang="en-US" dirty="0"/>
        </a:p>
      </dgm:t>
    </dgm:pt>
    <dgm:pt modelId="{1C1F2BF2-905D-4B40-8493-0329157DB138}" type="parTrans" cxnId="{5DC0F104-DCBB-4E12-9FB7-FA8007319916}">
      <dgm:prSet/>
      <dgm:spPr/>
      <dgm:t>
        <a:bodyPr/>
        <a:lstStyle/>
        <a:p>
          <a:endParaRPr lang="en-US"/>
        </a:p>
      </dgm:t>
    </dgm:pt>
    <dgm:pt modelId="{EDC18543-7B43-4C87-87E2-303306AB0B05}" type="sibTrans" cxnId="{5DC0F104-DCBB-4E12-9FB7-FA8007319916}">
      <dgm:prSet/>
      <dgm:spPr/>
      <dgm:t>
        <a:bodyPr/>
        <a:lstStyle/>
        <a:p>
          <a:endParaRPr lang="en-US"/>
        </a:p>
      </dgm:t>
    </dgm:pt>
    <dgm:pt modelId="{44C1BBAE-29A2-4470-B663-A10AD4FDA578}">
      <dgm:prSet/>
      <dgm:spPr/>
      <dgm:t>
        <a:bodyPr/>
        <a:lstStyle/>
        <a:p>
          <a:pPr>
            <a:defRPr cap="all"/>
          </a:pPr>
          <a:r>
            <a:rPr lang="en-GB" dirty="0"/>
            <a:t>Poke a hole in the hull</a:t>
          </a:r>
          <a:endParaRPr lang="en-US" dirty="0"/>
        </a:p>
      </dgm:t>
    </dgm:pt>
    <dgm:pt modelId="{80A6D433-2041-4B86-AB34-D0E00BFC2097}" type="parTrans" cxnId="{409709AF-B9DD-480E-A788-68BD066B2D83}">
      <dgm:prSet/>
      <dgm:spPr/>
      <dgm:t>
        <a:bodyPr/>
        <a:lstStyle/>
        <a:p>
          <a:endParaRPr lang="en-US"/>
        </a:p>
      </dgm:t>
    </dgm:pt>
    <dgm:pt modelId="{86644755-AD83-4144-BA73-4FB5C9A3D300}" type="sibTrans" cxnId="{409709AF-B9DD-480E-A788-68BD066B2D83}">
      <dgm:prSet/>
      <dgm:spPr/>
      <dgm:t>
        <a:bodyPr/>
        <a:lstStyle/>
        <a:p>
          <a:endParaRPr lang="en-US"/>
        </a:p>
      </dgm:t>
    </dgm:pt>
    <dgm:pt modelId="{6D4B78A4-D7B8-43E9-8BC9-78D3F599B5FF}">
      <dgm:prSet/>
      <dgm:spPr/>
      <dgm:t>
        <a:bodyPr/>
        <a:lstStyle/>
        <a:p>
          <a:pPr>
            <a:defRPr cap="all"/>
          </a:pPr>
          <a:r>
            <a:rPr lang="en-GB" dirty="0"/>
            <a:t>Can you find a way to keep </a:t>
          </a:r>
          <a:r>
            <a:rPr lang="en-GB"/>
            <a:t>the SHIP </a:t>
          </a:r>
          <a:r>
            <a:rPr lang="en-GB" dirty="0"/>
            <a:t>floating?</a:t>
          </a:r>
          <a:endParaRPr lang="en-US" dirty="0"/>
        </a:p>
      </dgm:t>
    </dgm:pt>
    <dgm:pt modelId="{6A4C266F-FD89-4989-B9B9-0AB2A83490A4}" type="parTrans" cxnId="{D164D72A-6EFB-479E-86B1-40C62DE7DD12}">
      <dgm:prSet/>
      <dgm:spPr/>
      <dgm:t>
        <a:bodyPr/>
        <a:lstStyle/>
        <a:p>
          <a:endParaRPr lang="en-US"/>
        </a:p>
      </dgm:t>
    </dgm:pt>
    <dgm:pt modelId="{4577BB29-B470-40D8-80C9-E389880C6145}" type="sibTrans" cxnId="{D164D72A-6EFB-479E-86B1-40C62DE7DD12}">
      <dgm:prSet/>
      <dgm:spPr/>
      <dgm:t>
        <a:bodyPr/>
        <a:lstStyle/>
        <a:p>
          <a:endParaRPr lang="en-US"/>
        </a:p>
      </dgm:t>
    </dgm:pt>
    <dgm:pt modelId="{4FDF20F8-8948-4B0C-91CD-C41F9B18B6F7}" type="pres">
      <dgm:prSet presAssocID="{413D7870-A079-4CA5-9B95-9E0F07716A53}" presName="root" presStyleCnt="0">
        <dgm:presLayoutVars>
          <dgm:dir/>
          <dgm:resizeHandles val="exact"/>
        </dgm:presLayoutVars>
      </dgm:prSet>
      <dgm:spPr/>
    </dgm:pt>
    <dgm:pt modelId="{CB390DFD-FBD5-4390-908B-4975458C1FE6}" type="pres">
      <dgm:prSet presAssocID="{44BFEFBB-DC8A-4292-B64A-33C5EB51B3D4}" presName="compNode" presStyleCnt="0"/>
      <dgm:spPr/>
    </dgm:pt>
    <dgm:pt modelId="{83A650AF-5CD4-4F1A-9DF0-EE5DF32E8A76}" type="pres">
      <dgm:prSet presAssocID="{44BFEFBB-DC8A-4292-B64A-33C5EB51B3D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0A6DDA-4395-4E79-BCB6-3CDB539037FD}" type="pres">
      <dgm:prSet presAssocID="{44BFEFBB-DC8A-4292-B64A-33C5EB51B3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9089C723-5C20-47B3-BF6B-C9F74F894153}" type="pres">
      <dgm:prSet presAssocID="{44BFEFBB-DC8A-4292-B64A-33C5EB51B3D4}" presName="spaceRect" presStyleCnt="0"/>
      <dgm:spPr/>
    </dgm:pt>
    <dgm:pt modelId="{4EE5E86F-3767-4EAF-A370-80E2DAE82731}" type="pres">
      <dgm:prSet presAssocID="{44BFEFBB-DC8A-4292-B64A-33C5EB51B3D4}" presName="textRect" presStyleLbl="revTx" presStyleIdx="0" presStyleCnt="3">
        <dgm:presLayoutVars>
          <dgm:chMax val="1"/>
          <dgm:chPref val="1"/>
        </dgm:presLayoutVars>
      </dgm:prSet>
      <dgm:spPr/>
    </dgm:pt>
    <dgm:pt modelId="{8D772EE0-5DCA-473A-908F-900626224EE8}" type="pres">
      <dgm:prSet presAssocID="{EDC18543-7B43-4C87-87E2-303306AB0B05}" presName="sibTrans" presStyleCnt="0"/>
      <dgm:spPr/>
    </dgm:pt>
    <dgm:pt modelId="{48E693D4-7752-4D9A-B08A-2A95DB3F3BAA}" type="pres">
      <dgm:prSet presAssocID="{44C1BBAE-29A2-4470-B663-A10AD4FDA578}" presName="compNode" presStyleCnt="0"/>
      <dgm:spPr/>
    </dgm:pt>
    <dgm:pt modelId="{83D1120A-7712-49E6-9515-B6DEA5EF4998}" type="pres">
      <dgm:prSet presAssocID="{44C1BBAE-29A2-4470-B663-A10AD4FDA57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846288-6C36-4566-8CFC-A859A073723A}" type="pres">
      <dgm:prSet presAssocID="{44C1BBAE-29A2-4470-B663-A10AD4FDA5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wer"/>
        </a:ext>
      </dgm:extLst>
    </dgm:pt>
    <dgm:pt modelId="{5E24A4F5-E08F-43EF-A483-1CAD7C7E0F72}" type="pres">
      <dgm:prSet presAssocID="{44C1BBAE-29A2-4470-B663-A10AD4FDA578}" presName="spaceRect" presStyleCnt="0"/>
      <dgm:spPr/>
    </dgm:pt>
    <dgm:pt modelId="{A75723AE-65A3-49F2-9F29-8A426836EFA1}" type="pres">
      <dgm:prSet presAssocID="{44C1BBAE-29A2-4470-B663-A10AD4FDA578}" presName="textRect" presStyleLbl="revTx" presStyleIdx="1" presStyleCnt="3">
        <dgm:presLayoutVars>
          <dgm:chMax val="1"/>
          <dgm:chPref val="1"/>
        </dgm:presLayoutVars>
      </dgm:prSet>
      <dgm:spPr/>
    </dgm:pt>
    <dgm:pt modelId="{B395CD77-7634-4FED-B6E1-BCDAB28003E5}" type="pres">
      <dgm:prSet presAssocID="{86644755-AD83-4144-BA73-4FB5C9A3D300}" presName="sibTrans" presStyleCnt="0"/>
      <dgm:spPr/>
    </dgm:pt>
    <dgm:pt modelId="{733A1FAA-1E21-4FD6-89BD-19B63C60FF9C}" type="pres">
      <dgm:prSet presAssocID="{6D4B78A4-D7B8-43E9-8BC9-78D3F599B5FF}" presName="compNode" presStyleCnt="0"/>
      <dgm:spPr/>
    </dgm:pt>
    <dgm:pt modelId="{816B1646-1172-46DE-8E9D-0F1C6BC5A329}" type="pres">
      <dgm:prSet presAssocID="{6D4B78A4-D7B8-43E9-8BC9-78D3F599B5F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9DD5E31-0C5E-4E2E-9C91-887CC46B80DA}" type="pres">
      <dgm:prSet presAssocID="{6D4B78A4-D7B8-43E9-8BC9-78D3F599B5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lboat"/>
        </a:ext>
      </dgm:extLst>
    </dgm:pt>
    <dgm:pt modelId="{12BBF3D8-A5B8-40E8-98C7-6D9898849875}" type="pres">
      <dgm:prSet presAssocID="{6D4B78A4-D7B8-43E9-8BC9-78D3F599B5FF}" presName="spaceRect" presStyleCnt="0"/>
      <dgm:spPr/>
    </dgm:pt>
    <dgm:pt modelId="{ED51E0A7-8E95-4C4A-A2D8-8B170B8D2B03}" type="pres">
      <dgm:prSet presAssocID="{6D4B78A4-D7B8-43E9-8BC9-78D3F599B5F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DC0F104-DCBB-4E12-9FB7-FA8007319916}" srcId="{413D7870-A079-4CA5-9B95-9E0F07716A53}" destId="{44BFEFBB-DC8A-4292-B64A-33C5EB51B3D4}" srcOrd="0" destOrd="0" parTransId="{1C1F2BF2-905D-4B40-8493-0329157DB138}" sibTransId="{EDC18543-7B43-4C87-87E2-303306AB0B05}"/>
    <dgm:cxn modelId="{0C969410-F0D2-4AA5-9DF0-AB6BF937174A}" type="presOf" srcId="{44BFEFBB-DC8A-4292-B64A-33C5EB51B3D4}" destId="{4EE5E86F-3767-4EAF-A370-80E2DAE82731}" srcOrd="0" destOrd="0" presId="urn:microsoft.com/office/officeart/2018/5/layout/IconLeafLabelList"/>
    <dgm:cxn modelId="{223C611C-76C5-46FE-8B26-FB35592A0E38}" type="presOf" srcId="{6D4B78A4-D7B8-43E9-8BC9-78D3F599B5FF}" destId="{ED51E0A7-8E95-4C4A-A2D8-8B170B8D2B03}" srcOrd="0" destOrd="0" presId="urn:microsoft.com/office/officeart/2018/5/layout/IconLeafLabelList"/>
    <dgm:cxn modelId="{D164D72A-6EFB-479E-86B1-40C62DE7DD12}" srcId="{413D7870-A079-4CA5-9B95-9E0F07716A53}" destId="{6D4B78A4-D7B8-43E9-8BC9-78D3F599B5FF}" srcOrd="2" destOrd="0" parTransId="{6A4C266F-FD89-4989-B9B9-0AB2A83490A4}" sibTransId="{4577BB29-B470-40D8-80C9-E389880C6145}"/>
    <dgm:cxn modelId="{409709AF-B9DD-480E-A788-68BD066B2D83}" srcId="{413D7870-A079-4CA5-9B95-9E0F07716A53}" destId="{44C1BBAE-29A2-4470-B663-A10AD4FDA578}" srcOrd="1" destOrd="0" parTransId="{80A6D433-2041-4B86-AB34-D0E00BFC2097}" sibTransId="{86644755-AD83-4144-BA73-4FB5C9A3D300}"/>
    <dgm:cxn modelId="{4C9DEAB7-E3D6-4653-AC20-9CF83E7912E2}" type="presOf" srcId="{413D7870-A079-4CA5-9B95-9E0F07716A53}" destId="{4FDF20F8-8948-4B0C-91CD-C41F9B18B6F7}" srcOrd="0" destOrd="0" presId="urn:microsoft.com/office/officeart/2018/5/layout/IconLeafLabelList"/>
    <dgm:cxn modelId="{C8DFE6E7-F7BB-4838-BBFB-E783E452938C}" type="presOf" srcId="{44C1BBAE-29A2-4470-B663-A10AD4FDA578}" destId="{A75723AE-65A3-49F2-9F29-8A426836EFA1}" srcOrd="0" destOrd="0" presId="urn:microsoft.com/office/officeart/2018/5/layout/IconLeafLabelList"/>
    <dgm:cxn modelId="{A854E4CC-59DF-40A3-BCCF-5AF647F89FC0}" type="presParOf" srcId="{4FDF20F8-8948-4B0C-91CD-C41F9B18B6F7}" destId="{CB390DFD-FBD5-4390-908B-4975458C1FE6}" srcOrd="0" destOrd="0" presId="urn:microsoft.com/office/officeart/2018/5/layout/IconLeafLabelList"/>
    <dgm:cxn modelId="{BCDC1BAC-9ADF-4807-A362-7728983E337C}" type="presParOf" srcId="{CB390DFD-FBD5-4390-908B-4975458C1FE6}" destId="{83A650AF-5CD4-4F1A-9DF0-EE5DF32E8A76}" srcOrd="0" destOrd="0" presId="urn:microsoft.com/office/officeart/2018/5/layout/IconLeafLabelList"/>
    <dgm:cxn modelId="{E76A5A10-6E5B-4B15-9EFB-DFCAAB1327BD}" type="presParOf" srcId="{CB390DFD-FBD5-4390-908B-4975458C1FE6}" destId="{AF0A6DDA-4395-4E79-BCB6-3CDB539037FD}" srcOrd="1" destOrd="0" presId="urn:microsoft.com/office/officeart/2018/5/layout/IconLeafLabelList"/>
    <dgm:cxn modelId="{0EE8944F-158D-4014-AA1E-5964941D810C}" type="presParOf" srcId="{CB390DFD-FBD5-4390-908B-4975458C1FE6}" destId="{9089C723-5C20-47B3-BF6B-C9F74F894153}" srcOrd="2" destOrd="0" presId="urn:microsoft.com/office/officeart/2018/5/layout/IconLeafLabelList"/>
    <dgm:cxn modelId="{5925AFAB-1496-4308-A71A-98211FC811E9}" type="presParOf" srcId="{CB390DFD-FBD5-4390-908B-4975458C1FE6}" destId="{4EE5E86F-3767-4EAF-A370-80E2DAE82731}" srcOrd="3" destOrd="0" presId="urn:microsoft.com/office/officeart/2018/5/layout/IconLeafLabelList"/>
    <dgm:cxn modelId="{174447B8-ECDB-4C1F-8410-CE67D3C6A4A8}" type="presParOf" srcId="{4FDF20F8-8948-4B0C-91CD-C41F9B18B6F7}" destId="{8D772EE0-5DCA-473A-908F-900626224EE8}" srcOrd="1" destOrd="0" presId="urn:microsoft.com/office/officeart/2018/5/layout/IconLeafLabelList"/>
    <dgm:cxn modelId="{21B784D0-D944-4483-9091-8EE42783AA46}" type="presParOf" srcId="{4FDF20F8-8948-4B0C-91CD-C41F9B18B6F7}" destId="{48E693D4-7752-4D9A-B08A-2A95DB3F3BAA}" srcOrd="2" destOrd="0" presId="urn:microsoft.com/office/officeart/2018/5/layout/IconLeafLabelList"/>
    <dgm:cxn modelId="{D6B7DDA6-C4A4-4B1E-9CF2-BDD06C2BD2E4}" type="presParOf" srcId="{48E693D4-7752-4D9A-B08A-2A95DB3F3BAA}" destId="{83D1120A-7712-49E6-9515-B6DEA5EF4998}" srcOrd="0" destOrd="0" presId="urn:microsoft.com/office/officeart/2018/5/layout/IconLeafLabelList"/>
    <dgm:cxn modelId="{AC6DFC18-EC3D-4C00-B133-184591E5B713}" type="presParOf" srcId="{48E693D4-7752-4D9A-B08A-2A95DB3F3BAA}" destId="{21846288-6C36-4566-8CFC-A859A073723A}" srcOrd="1" destOrd="0" presId="urn:microsoft.com/office/officeart/2018/5/layout/IconLeafLabelList"/>
    <dgm:cxn modelId="{3E6572FF-7D5F-4A22-B1ED-769FBCC3E83E}" type="presParOf" srcId="{48E693D4-7752-4D9A-B08A-2A95DB3F3BAA}" destId="{5E24A4F5-E08F-43EF-A483-1CAD7C7E0F72}" srcOrd="2" destOrd="0" presId="urn:microsoft.com/office/officeart/2018/5/layout/IconLeafLabelList"/>
    <dgm:cxn modelId="{E4185C49-819C-4B66-B9C5-23078532C529}" type="presParOf" srcId="{48E693D4-7752-4D9A-B08A-2A95DB3F3BAA}" destId="{A75723AE-65A3-49F2-9F29-8A426836EFA1}" srcOrd="3" destOrd="0" presId="urn:microsoft.com/office/officeart/2018/5/layout/IconLeafLabelList"/>
    <dgm:cxn modelId="{4433E986-526F-4AC4-96F8-7FF1BC18B8D6}" type="presParOf" srcId="{4FDF20F8-8948-4B0C-91CD-C41F9B18B6F7}" destId="{B395CD77-7634-4FED-B6E1-BCDAB28003E5}" srcOrd="3" destOrd="0" presId="urn:microsoft.com/office/officeart/2018/5/layout/IconLeafLabelList"/>
    <dgm:cxn modelId="{C9D37934-882B-4DA4-8A16-45118E24061C}" type="presParOf" srcId="{4FDF20F8-8948-4B0C-91CD-C41F9B18B6F7}" destId="{733A1FAA-1E21-4FD6-89BD-19B63C60FF9C}" srcOrd="4" destOrd="0" presId="urn:microsoft.com/office/officeart/2018/5/layout/IconLeafLabelList"/>
    <dgm:cxn modelId="{C4A226DD-D4C8-49AE-BB1E-E2B762442667}" type="presParOf" srcId="{733A1FAA-1E21-4FD6-89BD-19B63C60FF9C}" destId="{816B1646-1172-46DE-8E9D-0F1C6BC5A329}" srcOrd="0" destOrd="0" presId="urn:microsoft.com/office/officeart/2018/5/layout/IconLeafLabelList"/>
    <dgm:cxn modelId="{8ECBDA51-CF90-470C-9779-BD1D3E26F0CC}" type="presParOf" srcId="{733A1FAA-1E21-4FD6-89BD-19B63C60FF9C}" destId="{39DD5E31-0C5E-4E2E-9C91-887CC46B80DA}" srcOrd="1" destOrd="0" presId="urn:microsoft.com/office/officeart/2018/5/layout/IconLeafLabelList"/>
    <dgm:cxn modelId="{F9DC335E-603B-47C2-9C3E-98C085D90D88}" type="presParOf" srcId="{733A1FAA-1E21-4FD6-89BD-19B63C60FF9C}" destId="{12BBF3D8-A5B8-40E8-98C7-6D9898849875}" srcOrd="2" destOrd="0" presId="urn:microsoft.com/office/officeart/2018/5/layout/IconLeafLabelList"/>
    <dgm:cxn modelId="{847026BA-C0AA-40B4-AF7B-618704B7A1B1}" type="presParOf" srcId="{733A1FAA-1E21-4FD6-89BD-19B63C60FF9C}" destId="{ED51E0A7-8E95-4C4A-A2D8-8B170B8D2B0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AD20F-5B2C-4438-A62E-28E2CF856531}">
      <dsp:nvSpPr>
        <dsp:cNvPr id="0" name=""/>
        <dsp:cNvSpPr/>
      </dsp:nvSpPr>
      <dsp:spPr>
        <a:xfrm>
          <a:off x="1291763" y="45713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7DD71-00E7-4427-8893-6B9359367B37}">
      <dsp:nvSpPr>
        <dsp:cNvPr id="0" name=""/>
        <dsp:cNvSpPr/>
      </dsp:nvSpPr>
      <dsp:spPr>
        <a:xfrm>
          <a:off x="341982" y="200134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To investigate different ‘anti-sinking’ ideas</a:t>
          </a:r>
          <a:endParaRPr lang="en-US" sz="2200" kern="1200"/>
        </a:p>
      </dsp:txBody>
      <dsp:txXfrm>
        <a:off x="341982" y="2001340"/>
        <a:ext cx="3453750" cy="720000"/>
      </dsp:txXfrm>
    </dsp:sp>
    <dsp:sp modelId="{A58122CF-5987-42D8-8F3C-AF484CECF4E0}">
      <dsp:nvSpPr>
        <dsp:cNvPr id="0" name=""/>
        <dsp:cNvSpPr/>
      </dsp:nvSpPr>
      <dsp:spPr>
        <a:xfrm>
          <a:off x="5349919" y="45713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EB417-BE9E-4A29-AC72-80F2E9413694}">
      <dsp:nvSpPr>
        <dsp:cNvPr id="0" name=""/>
        <dsp:cNvSpPr/>
      </dsp:nvSpPr>
      <dsp:spPr>
        <a:xfrm>
          <a:off x="4400138" y="200134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To evaluate the effectiveness of different ‘anti-sinking’ ideas</a:t>
          </a:r>
          <a:endParaRPr lang="en-US" sz="2200" kern="1200"/>
        </a:p>
      </dsp:txBody>
      <dsp:txXfrm>
        <a:off x="4400138" y="2001340"/>
        <a:ext cx="345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0E3D2-BFC1-44B5-A076-8A16AD1622D8}">
      <dsp:nvSpPr>
        <dsp:cNvPr id="0" name=""/>
        <dsp:cNvSpPr/>
      </dsp:nvSpPr>
      <dsp:spPr>
        <a:xfrm>
          <a:off x="0" y="21329"/>
          <a:ext cx="7505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is the purpose of a watertight bulkhead?</a:t>
          </a:r>
          <a:endParaRPr lang="en-US" sz="2300" kern="1200"/>
        </a:p>
      </dsp:txBody>
      <dsp:txXfrm>
        <a:off x="26930" y="48259"/>
        <a:ext cx="7451840" cy="497795"/>
      </dsp:txXfrm>
    </dsp:sp>
    <dsp:sp modelId="{BC1B13CA-0B26-4524-8BD7-200B31F781E3}">
      <dsp:nvSpPr>
        <dsp:cNvPr id="0" name=""/>
        <dsp:cNvSpPr/>
      </dsp:nvSpPr>
      <dsp:spPr>
        <a:xfrm>
          <a:off x="0" y="639224"/>
          <a:ext cx="7505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was the independent variable?</a:t>
          </a:r>
          <a:endParaRPr lang="en-US" sz="2300" kern="1200"/>
        </a:p>
      </dsp:txBody>
      <dsp:txXfrm>
        <a:off x="26930" y="666154"/>
        <a:ext cx="7451840" cy="497795"/>
      </dsp:txXfrm>
    </dsp:sp>
    <dsp:sp modelId="{BDFEDBCB-25D7-4667-8F48-8E14106C11A9}">
      <dsp:nvSpPr>
        <dsp:cNvPr id="0" name=""/>
        <dsp:cNvSpPr/>
      </dsp:nvSpPr>
      <dsp:spPr>
        <a:xfrm>
          <a:off x="0" y="1257119"/>
          <a:ext cx="7505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was the dependent variable?</a:t>
          </a:r>
          <a:endParaRPr lang="en-US" sz="2300" kern="1200"/>
        </a:p>
      </dsp:txBody>
      <dsp:txXfrm>
        <a:off x="26930" y="1284049"/>
        <a:ext cx="7451840" cy="497795"/>
      </dsp:txXfrm>
    </dsp:sp>
    <dsp:sp modelId="{33CA6FF8-1E52-4102-B2E5-DD359F0460AC}">
      <dsp:nvSpPr>
        <dsp:cNvPr id="0" name=""/>
        <dsp:cNvSpPr/>
      </dsp:nvSpPr>
      <dsp:spPr>
        <a:xfrm>
          <a:off x="0" y="1875015"/>
          <a:ext cx="7505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What were the control variables?</a:t>
          </a:r>
          <a:endParaRPr lang="en-US" sz="2300" kern="1200"/>
        </a:p>
      </dsp:txBody>
      <dsp:txXfrm>
        <a:off x="26930" y="1901945"/>
        <a:ext cx="7451840" cy="497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650AF-5CD4-4F1A-9DF0-EE5DF32E8A76}">
      <dsp:nvSpPr>
        <dsp:cNvPr id="0" name=""/>
        <dsp:cNvSpPr/>
      </dsp:nvSpPr>
      <dsp:spPr>
        <a:xfrm>
          <a:off x="518185" y="56026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A6DDA-4395-4E79-BCB6-3CDB539037FD}">
      <dsp:nvSpPr>
        <dsp:cNvPr id="0" name=""/>
        <dsp:cNvSpPr/>
      </dsp:nvSpPr>
      <dsp:spPr>
        <a:xfrm>
          <a:off x="832623" y="370464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5E86F-3767-4EAF-A370-80E2DAE82731}">
      <dsp:nvSpPr>
        <dsp:cNvPr id="0" name=""/>
        <dsp:cNvSpPr/>
      </dsp:nvSpPr>
      <dsp:spPr>
        <a:xfrm>
          <a:off x="46529" y="1991027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/>
            <a:t>Remake your Carton ship</a:t>
          </a:r>
          <a:endParaRPr lang="en-US" sz="1700" kern="1200" dirty="0"/>
        </a:p>
      </dsp:txBody>
      <dsp:txXfrm>
        <a:off x="46529" y="1991027"/>
        <a:ext cx="2418750" cy="720000"/>
      </dsp:txXfrm>
    </dsp:sp>
    <dsp:sp modelId="{83D1120A-7712-49E6-9515-B6DEA5EF4998}">
      <dsp:nvSpPr>
        <dsp:cNvPr id="0" name=""/>
        <dsp:cNvSpPr/>
      </dsp:nvSpPr>
      <dsp:spPr>
        <a:xfrm>
          <a:off x="3360216" y="56026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46288-6C36-4566-8CFC-A859A073723A}">
      <dsp:nvSpPr>
        <dsp:cNvPr id="0" name=""/>
        <dsp:cNvSpPr/>
      </dsp:nvSpPr>
      <dsp:spPr>
        <a:xfrm>
          <a:off x="3674654" y="370464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723AE-65A3-49F2-9F29-8A426836EFA1}">
      <dsp:nvSpPr>
        <dsp:cNvPr id="0" name=""/>
        <dsp:cNvSpPr/>
      </dsp:nvSpPr>
      <dsp:spPr>
        <a:xfrm>
          <a:off x="2888560" y="1991027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/>
            <a:t>Poke a hole in the hull</a:t>
          </a:r>
          <a:endParaRPr lang="en-US" sz="1700" kern="1200" dirty="0"/>
        </a:p>
      </dsp:txBody>
      <dsp:txXfrm>
        <a:off x="2888560" y="1991027"/>
        <a:ext cx="2418750" cy="720000"/>
      </dsp:txXfrm>
    </dsp:sp>
    <dsp:sp modelId="{816B1646-1172-46DE-8E9D-0F1C6BC5A329}">
      <dsp:nvSpPr>
        <dsp:cNvPr id="0" name=""/>
        <dsp:cNvSpPr/>
      </dsp:nvSpPr>
      <dsp:spPr>
        <a:xfrm>
          <a:off x="6202248" y="56026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D5E31-0C5E-4E2E-9C91-887CC46B80DA}">
      <dsp:nvSpPr>
        <dsp:cNvPr id="0" name=""/>
        <dsp:cNvSpPr/>
      </dsp:nvSpPr>
      <dsp:spPr>
        <a:xfrm>
          <a:off x="6516685" y="370464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1E0A7-8E95-4C4A-A2D8-8B170B8D2B03}">
      <dsp:nvSpPr>
        <dsp:cNvPr id="0" name=""/>
        <dsp:cNvSpPr/>
      </dsp:nvSpPr>
      <dsp:spPr>
        <a:xfrm>
          <a:off x="5730591" y="1991027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/>
            <a:t>Can you find a way to keep </a:t>
          </a:r>
          <a:r>
            <a:rPr lang="en-GB" sz="1700" kern="1200"/>
            <a:t>the SHIP </a:t>
          </a:r>
          <a:r>
            <a:rPr lang="en-GB" sz="1700" kern="1200" dirty="0"/>
            <a:t>floating?</a:t>
          </a:r>
          <a:endParaRPr lang="en-US" sz="1700" kern="1200" dirty="0"/>
        </a:p>
      </dsp:txBody>
      <dsp:txXfrm>
        <a:off x="5730591" y="1991027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632e5114f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632e5114f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632e5114f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632e5114f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5632e5114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5632e5114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632e5114f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5632e5114f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632e5114f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632e5114f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632e5114f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632e5114f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632e5114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632e5114f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632e5114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5632e5114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9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6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08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21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8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1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7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1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8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135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824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132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191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389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482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376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18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295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186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048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75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14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1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141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EkBSpmXxm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13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986118" y="551329"/>
            <a:ext cx="7540322" cy="2196353"/>
          </a:xfrm>
          <a:prstGeom prst="rect">
            <a:avLst/>
          </a:prstGeom>
        </p:spPr>
        <p:txBody>
          <a:bodyPr spcFirstLastPara="1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FFFFFF"/>
                </a:solidFill>
              </a:rPr>
              <a:t>Lesson 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FFFFFF"/>
                </a:solidFill>
              </a:rPr>
              <a:t>Keeping Afloat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Objectives</a:t>
            </a:r>
          </a:p>
        </p:txBody>
      </p:sp>
      <p:graphicFrame>
        <p:nvGraphicFramePr>
          <p:cNvPr id="137" name="Google Shape;135;p14">
            <a:extLst>
              <a:ext uri="{FF2B5EF4-FFF2-40B4-BE49-F238E27FC236}">
                <a16:creationId xmlns:a16="http://schemas.microsoft.com/office/drawing/2014/main" id="{7E5ABDBB-4C05-C611-D3C2-DC28FA78F1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091604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Recall</a:t>
            </a:r>
            <a:endParaRPr u="sng"/>
          </a:p>
        </p:txBody>
      </p:sp>
      <p:graphicFrame>
        <p:nvGraphicFramePr>
          <p:cNvPr id="151" name="Google Shape;141;p15">
            <a:extLst>
              <a:ext uri="{FF2B5EF4-FFF2-40B4-BE49-F238E27FC236}">
                <a16:creationId xmlns:a16="http://schemas.microsoft.com/office/drawing/2014/main" id="{F5AFF2FC-251F-7F9D-332B-13EE9F690936}"/>
              </a:ext>
            </a:extLst>
          </p:cNvPr>
          <p:cNvGraphicFramePr/>
          <p:nvPr/>
        </p:nvGraphicFramePr>
        <p:xfrm>
          <a:off x="819150" y="1595075"/>
          <a:ext cx="7505700" cy="24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41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Watertight Bulkheads</a:t>
            </a:r>
          </a:p>
        </p:txBody>
      </p:sp>
      <p:sp>
        <p:nvSpPr>
          <p:cNvPr id="17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23008 w 2441321"/>
              <a:gd name="connsiteY2" fmla="*/ 0 h 13716"/>
              <a:gd name="connsiteX3" fmla="*/ 1782164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79817 w 2441321"/>
              <a:gd name="connsiteY6" fmla="*/ 13716 h 13716"/>
              <a:gd name="connsiteX7" fmla="*/ 1318313 w 2441321"/>
              <a:gd name="connsiteY7" fmla="*/ 13716 h 13716"/>
              <a:gd name="connsiteX8" fmla="*/ 659157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0988" y="3698"/>
                  <a:pt x="2440649" y="9400"/>
                  <a:pt x="2441321" y="13716"/>
                </a:cubicBezTo>
                <a:cubicBezTo>
                  <a:pt x="2159375" y="44437"/>
                  <a:pt x="2054495" y="41094"/>
                  <a:pt x="1830991" y="13716"/>
                </a:cubicBezTo>
                <a:cubicBezTo>
                  <a:pt x="1615846" y="2937"/>
                  <a:pt x="1521674" y="-9994"/>
                  <a:pt x="1269487" y="13716"/>
                </a:cubicBezTo>
                <a:cubicBezTo>
                  <a:pt x="1019660" y="49388"/>
                  <a:pt x="886911" y="37779"/>
                  <a:pt x="707983" y="13716"/>
                </a:cubicBezTo>
                <a:cubicBezTo>
                  <a:pt x="523434" y="22749"/>
                  <a:pt x="307885" y="29744"/>
                  <a:pt x="0" y="13716"/>
                </a:cubicBezTo>
                <a:cubicBezTo>
                  <a:pt x="-361" y="7755"/>
                  <a:pt x="-276" y="2718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197" y="4300"/>
                  <a:pt x="2441101" y="8760"/>
                  <a:pt x="2441321" y="13716"/>
                </a:cubicBezTo>
                <a:cubicBezTo>
                  <a:pt x="2180658" y="13750"/>
                  <a:pt x="2084222" y="1362"/>
                  <a:pt x="1879817" y="13716"/>
                </a:cubicBezTo>
                <a:cubicBezTo>
                  <a:pt x="1668182" y="11650"/>
                  <a:pt x="1551159" y="-11049"/>
                  <a:pt x="1318313" y="13716"/>
                </a:cubicBezTo>
                <a:cubicBezTo>
                  <a:pt x="1059871" y="51823"/>
                  <a:pt x="901959" y="19259"/>
                  <a:pt x="659157" y="13716"/>
                </a:cubicBezTo>
                <a:cubicBezTo>
                  <a:pt x="444692" y="23911"/>
                  <a:pt x="245032" y="35310"/>
                  <a:pt x="0" y="13716"/>
                </a:cubicBezTo>
                <a:cubicBezTo>
                  <a:pt x="124" y="7937"/>
                  <a:pt x="389" y="2990"/>
                  <a:pt x="0" y="0"/>
                </a:cubicBezTo>
                <a:close/>
              </a:path>
              <a:path w="2441321" h="13716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661" y="4449"/>
                  <a:pt x="2442057" y="7876"/>
                  <a:pt x="2441321" y="13716"/>
                </a:cubicBezTo>
                <a:cubicBezTo>
                  <a:pt x="2149099" y="22776"/>
                  <a:pt x="2027305" y="51898"/>
                  <a:pt x="1830991" y="13716"/>
                </a:cubicBezTo>
                <a:cubicBezTo>
                  <a:pt x="1614571" y="-23336"/>
                  <a:pt x="1500998" y="6155"/>
                  <a:pt x="1269487" y="13716"/>
                </a:cubicBezTo>
                <a:cubicBezTo>
                  <a:pt x="1042399" y="33262"/>
                  <a:pt x="927922" y="41250"/>
                  <a:pt x="707983" y="13716"/>
                </a:cubicBezTo>
                <a:cubicBezTo>
                  <a:pt x="502575" y="-9952"/>
                  <a:pt x="350393" y="29927"/>
                  <a:pt x="0" y="13716"/>
                </a:cubicBezTo>
                <a:cubicBezTo>
                  <a:pt x="-248" y="8631"/>
                  <a:pt x="228" y="31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1321"/>
                      <a:gd name="connsiteY0" fmla="*/ 0 h 13716"/>
                      <a:gd name="connsiteX1" fmla="*/ 585917 w 2441321"/>
                      <a:gd name="connsiteY1" fmla="*/ 0 h 13716"/>
                      <a:gd name="connsiteX2" fmla="*/ 1196247 w 2441321"/>
                      <a:gd name="connsiteY2" fmla="*/ 0 h 13716"/>
                      <a:gd name="connsiteX3" fmla="*/ 1806578 w 2441321"/>
                      <a:gd name="connsiteY3" fmla="*/ 0 h 13716"/>
                      <a:gd name="connsiteX4" fmla="*/ 2441321 w 2441321"/>
                      <a:gd name="connsiteY4" fmla="*/ 0 h 13716"/>
                      <a:gd name="connsiteX5" fmla="*/ 2441321 w 2441321"/>
                      <a:gd name="connsiteY5" fmla="*/ 13716 h 13716"/>
                      <a:gd name="connsiteX6" fmla="*/ 1830991 w 2441321"/>
                      <a:gd name="connsiteY6" fmla="*/ 13716 h 13716"/>
                      <a:gd name="connsiteX7" fmla="*/ 1269487 w 2441321"/>
                      <a:gd name="connsiteY7" fmla="*/ 13716 h 13716"/>
                      <a:gd name="connsiteX8" fmla="*/ 707983 w 2441321"/>
                      <a:gd name="connsiteY8" fmla="*/ 13716 h 13716"/>
                      <a:gd name="connsiteX9" fmla="*/ 0 w 2441321"/>
                      <a:gd name="connsiteY9" fmla="*/ 13716 h 13716"/>
                      <a:gd name="connsiteX10" fmla="*/ 0 w 2441321"/>
                      <a:gd name="connsiteY10" fmla="*/ 0 h 1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3716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0939" y="4363"/>
                          <a:pt x="2441580" y="8857"/>
                          <a:pt x="2441321" y="13716"/>
                        </a:cubicBezTo>
                        <a:cubicBezTo>
                          <a:pt x="2169723" y="25934"/>
                          <a:pt x="2045712" y="34568"/>
                          <a:pt x="1830991" y="13716"/>
                        </a:cubicBezTo>
                        <a:cubicBezTo>
                          <a:pt x="1616270" y="-7136"/>
                          <a:pt x="1505876" y="-623"/>
                          <a:pt x="1269487" y="13716"/>
                        </a:cubicBezTo>
                        <a:cubicBezTo>
                          <a:pt x="1033098" y="28055"/>
                          <a:pt x="908661" y="36619"/>
                          <a:pt x="707983" y="13716"/>
                        </a:cubicBezTo>
                        <a:cubicBezTo>
                          <a:pt x="507305" y="-9187"/>
                          <a:pt x="333592" y="16187"/>
                          <a:pt x="0" y="13716"/>
                        </a:cubicBezTo>
                        <a:cubicBezTo>
                          <a:pt x="-459" y="8317"/>
                          <a:pt x="190" y="2744"/>
                          <a:pt x="0" y="0"/>
                        </a:cubicBezTo>
                        <a:close/>
                      </a:path>
                      <a:path w="2441321" h="13716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507" y="3335"/>
                          <a:pt x="2441322" y="9457"/>
                          <a:pt x="2441321" y="13716"/>
                        </a:cubicBezTo>
                        <a:cubicBezTo>
                          <a:pt x="2166745" y="24201"/>
                          <a:pt x="2078726" y="10904"/>
                          <a:pt x="1879817" y="13716"/>
                        </a:cubicBezTo>
                        <a:cubicBezTo>
                          <a:pt x="1680908" y="16528"/>
                          <a:pt x="1548770" y="-8699"/>
                          <a:pt x="1318313" y="13716"/>
                        </a:cubicBezTo>
                        <a:cubicBezTo>
                          <a:pt x="1087856" y="36131"/>
                          <a:pt x="894613" y="-645"/>
                          <a:pt x="659157" y="13716"/>
                        </a:cubicBezTo>
                        <a:cubicBezTo>
                          <a:pt x="423701" y="28077"/>
                          <a:pt x="246611" y="29403"/>
                          <a:pt x="0" y="13716"/>
                        </a:cubicBezTo>
                        <a:cubicBezTo>
                          <a:pt x="-120" y="7867"/>
                          <a:pt x="674" y="39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473202" y="2105406"/>
            <a:ext cx="2571750" cy="255803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700" dirty="0"/>
              <a:t>Watertight bulkheads are vertically designed watertight divisions/walls within the ship's structure to avoid intake of water in the compartment if the adjacent compartment is flooded due to damage in ship's hull</a:t>
            </a:r>
            <a:endParaRPr lang="en-US" dirty="0"/>
          </a:p>
        </p:txBody>
      </p:sp>
      <p:pic>
        <p:nvPicPr>
          <p:cNvPr id="156" name="Google Shape;156;p16"/>
          <p:cNvPicPr preferRelativeResize="0"/>
          <p:nvPr/>
        </p:nvPicPr>
        <p:blipFill rotWithShape="1">
          <a:blip r:embed="rId3"/>
          <a:srcRect t="5589" b="4981"/>
          <a:stretch/>
        </p:blipFill>
        <p:spPr>
          <a:xfrm>
            <a:off x="3490722" y="1356245"/>
            <a:ext cx="5177790" cy="24310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3600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Aim</a:t>
            </a:r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1013011" y="3653118"/>
            <a:ext cx="7504463" cy="109369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you find a way to keep the ship afloat when the hull is damaged?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" name="Rectangle 17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</a:t>
            </a:r>
          </a:p>
        </p:txBody>
      </p:sp>
      <p:graphicFrame>
        <p:nvGraphicFramePr>
          <p:cNvPr id="170" name="Google Shape;168;p18">
            <a:extLst>
              <a:ext uri="{FF2B5EF4-FFF2-40B4-BE49-F238E27FC236}">
                <a16:creationId xmlns:a16="http://schemas.microsoft.com/office/drawing/2014/main" id="{C3AAFF04-6503-7A4F-C17C-75B40EF32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9593985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9" name="Rectangle 18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table</a:t>
            </a:r>
          </a:p>
        </p:txBody>
      </p:sp>
      <p:graphicFrame>
        <p:nvGraphicFramePr>
          <p:cNvPr id="174" name="Google Shape;174;p19"/>
          <p:cNvGraphicFramePr/>
          <p:nvPr>
            <p:extLst>
              <p:ext uri="{D42A27DB-BD31-4B8C-83A1-F6EECF244321}">
                <p14:modId xmlns:p14="http://schemas.microsoft.com/office/powerpoint/2010/main" val="3232076839"/>
              </p:ext>
            </p:extLst>
          </p:nvPr>
        </p:nvGraphicFramePr>
        <p:xfrm>
          <a:off x="3376821" y="411509"/>
          <a:ext cx="5419312" cy="4320487"/>
        </p:xfrm>
        <a:graphic>
          <a:graphicData uri="http://schemas.openxmlformats.org/drawingml/2006/table">
            <a:tbl>
              <a:tblPr>
                <a:noFill/>
                <a:tableStyleId>{E01C6A0D-1F51-47ED-B552-F570668697CB}</a:tableStyleId>
              </a:tblPr>
              <a:tblGrid>
                <a:gridCol w="2681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/>
                        <a:t>Idea to prevent sinking</a:t>
                      </a:r>
                    </a:p>
                  </a:txBody>
                  <a:tcPr marL="133333" marR="133333" marT="133333" marB="133333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/>
                        <a:t>Time to sink (s)</a:t>
                      </a:r>
                    </a:p>
                  </a:txBody>
                  <a:tcPr marL="133333" marR="133333" marT="133333" marB="1333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dirty="0"/>
                    </a:p>
                  </a:txBody>
                  <a:tcPr marL="133333" marR="133333" marT="133333" marB="133333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33333" marR="133333" marT="133333" marB="1333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dirty="0"/>
                    </a:p>
                  </a:txBody>
                  <a:tcPr marL="133333" marR="133333" marT="133333" marB="133333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33333" marR="133333" marT="133333" marB="1333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dirty="0"/>
                    </a:p>
                  </a:txBody>
                  <a:tcPr marL="133333" marR="133333" marT="133333" marB="133333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33333" marR="133333" marT="133333" marB="1333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8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33333" marR="133333" marT="133333" marB="133333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dirty="0"/>
                    </a:p>
                  </a:txBody>
                  <a:tcPr marL="133333" marR="133333" marT="133333" marB="1333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6" name="Rectangle 185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43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852297" y="376515"/>
            <a:ext cx="4629946" cy="124161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u="sng"/>
              <a:t>Conclusion</a:t>
            </a:r>
          </a:p>
        </p:txBody>
      </p:sp>
      <p:sp>
        <p:nvSpPr>
          <p:cNvPr id="180" name="Google Shape;180;p20"/>
          <p:cNvSpPr txBox="1">
            <a:spLocks noGrp="1"/>
          </p:cNvSpPr>
          <p:nvPr>
            <p:ph type="body" idx="1"/>
          </p:nvPr>
        </p:nvSpPr>
        <p:spPr>
          <a:xfrm>
            <a:off x="852297" y="1806388"/>
            <a:ext cx="4629947" cy="265131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-2286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Did any of your ideas work?</a:t>
            </a:r>
          </a:p>
          <a:p>
            <a:pPr marL="0" lvl="0" indent="-2286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Can you link your ideas to the Titanic. Could they have done something similar?</a:t>
            </a:r>
          </a:p>
        </p:txBody>
      </p:sp>
      <p:pic>
        <p:nvPicPr>
          <p:cNvPr id="182" name="Picture 181" descr="Magnifying glass on clear background">
            <a:extLst>
              <a:ext uri="{FF2B5EF4-FFF2-40B4-BE49-F238E27FC236}">
                <a16:creationId xmlns:a16="http://schemas.microsoft.com/office/drawing/2014/main" id="{7349708C-BDC4-AF1E-0667-EFFAD55991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802" r="15809" b="12"/>
          <a:stretch/>
        </p:blipFill>
        <p:spPr>
          <a:xfrm>
            <a:off x="6086475" y="-9386"/>
            <a:ext cx="3057525" cy="4813973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" name="Rectangle 19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Did</a:t>
            </a:r>
            <a:r>
              <a:rPr lang="en-US" sz="3600" dirty="0">
                <a:solidFill>
                  <a:srgbClr val="FFFFFF"/>
                </a:solidFill>
              </a:rPr>
              <a:t> Titanic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need to sink?</a:t>
            </a:r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1013011" y="3653118"/>
            <a:ext cx="7504463" cy="109369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2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https://www.youtube.com/watch?v=NEkBSpmXxmg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886422" y="976313"/>
            <a:ext cx="7371157" cy="3045284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lang="en-GB" sz="135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Zieba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is licensed under </a:t>
              </a:r>
              <a:r>
                <a:rPr lang="en-GB" sz="1350" u="sng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hlinkClick r:id="rId4"/>
                </a:rPr>
                <a:t>CC BY-NC-SA 4.0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You can share and adapt the materials, as long as you give appropriate credit and do not use them for commercial purposes.</a:t>
              </a: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algn="ctr" defTabSz="685800"/>
              <a:endParaRPr lang="en-GB" sz="1050" dirty="0">
                <a:solidFill>
                  <a:sysClr val="windowText" lastClr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Props1.xml><?xml version="1.0" encoding="utf-8"?>
<ds:datastoreItem xmlns:ds="http://schemas.openxmlformats.org/officeDocument/2006/customXml" ds:itemID="{3A06B7B8-A912-4D03-A705-71A5D2EC8F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A26940-FE7B-4103-9B3C-1FE555B325A4}"/>
</file>

<file path=customXml/itemProps3.xml><?xml version="1.0" encoding="utf-8"?>
<ds:datastoreItem xmlns:ds="http://schemas.openxmlformats.org/officeDocument/2006/customXml" ds:itemID="{AA65F07B-C3C8-4A59-AD9C-1526D969B0DF}"/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243</Words>
  <Application>Microsoft Office PowerPoint</Application>
  <PresentationFormat>On-screen Show (16:9)</PresentationFormat>
  <Paragraphs>28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Calibri Light</vt:lpstr>
      <vt:lpstr>Office Theme</vt:lpstr>
      <vt:lpstr>1_Office Theme</vt:lpstr>
      <vt:lpstr>Lesson B Keeping Afloat</vt:lpstr>
      <vt:lpstr>Learning Objectives</vt:lpstr>
      <vt:lpstr>Recall</vt:lpstr>
      <vt:lpstr>Watertight Bulkheads</vt:lpstr>
      <vt:lpstr>Aim</vt:lpstr>
      <vt:lpstr>Method</vt:lpstr>
      <vt:lpstr>Results table</vt:lpstr>
      <vt:lpstr>Conclusion</vt:lpstr>
      <vt:lpstr>Did Titanic need to sink?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 Keeping Afloat</dc:title>
  <cp:lastModifiedBy>Wonyong Park</cp:lastModifiedBy>
  <cp:revision>20</cp:revision>
  <dcterms:modified xsi:type="dcterms:W3CDTF">2024-06-25T23:05:21Z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