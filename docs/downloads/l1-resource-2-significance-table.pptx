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31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25397-D054-4414-B8D9-84BC78D2DF73}" v="3" dt="2023-12-14T18:53:35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yong Park" userId="d9415017-2acf-4c90-b8cd-5d467cfa0bec" providerId="ADAL" clId="{E0B25397-D054-4414-B8D9-84BC78D2DF73}"/>
    <pc:docChg chg="addSld delSld modSld">
      <pc:chgData name="Wonyong Park" userId="d9415017-2acf-4c90-b8cd-5d467cfa0bec" providerId="ADAL" clId="{E0B25397-D054-4414-B8D9-84BC78D2DF73}" dt="2023-12-14T18:53:34.684" v="1"/>
      <pc:docMkLst>
        <pc:docMk/>
      </pc:docMkLst>
      <pc:sldChg chg="add del setBg">
        <pc:chgData name="Wonyong Park" userId="d9415017-2acf-4c90-b8cd-5d467cfa0bec" providerId="ADAL" clId="{E0B25397-D054-4414-B8D9-84BC78D2DF73}" dt="2023-12-14T18:53:34.684" v="1"/>
        <pc:sldMkLst>
          <pc:docMk/>
          <pc:sldMk cId="375251473" sldId="268"/>
        </pc:sldMkLst>
      </pc:sldChg>
    </pc:docChg>
  </pc:docChgLst>
  <pc:docChgLst>
    <pc:chgData name="C Zieba" userId="c599a986-14ea-4345-87e4-6ebecb27dd9e" providerId="ADAL" clId="{31B06FF7-9216-4349-932B-9116F459B600}"/>
    <pc:docChg chg="undo custSel addSld delSld modSld">
      <pc:chgData name="C Zieba" userId="c599a986-14ea-4345-87e4-6ebecb27dd9e" providerId="ADAL" clId="{31B06FF7-9216-4349-932B-9116F459B600}" dt="2023-09-21T10:50:57.095" v="11" actId="207"/>
      <pc:docMkLst>
        <pc:docMk/>
      </pc:docMkLst>
      <pc:sldChg chg="modSp mod">
        <pc:chgData name="C Zieba" userId="c599a986-14ea-4345-87e4-6ebecb27dd9e" providerId="ADAL" clId="{31B06FF7-9216-4349-932B-9116F459B600}" dt="2023-09-21T10:50:57.095" v="11" actId="207"/>
        <pc:sldMkLst>
          <pc:docMk/>
          <pc:sldMk cId="675874183" sldId="317"/>
        </pc:sldMkLst>
        <pc:graphicFrameChg chg="modGraphic">
          <ac:chgData name="C Zieba" userId="c599a986-14ea-4345-87e4-6ebecb27dd9e" providerId="ADAL" clId="{31B06FF7-9216-4349-932B-9116F459B600}" dt="2023-09-21T10:50:57.095" v="11" actId="207"/>
          <ac:graphicFrameMkLst>
            <pc:docMk/>
            <pc:sldMk cId="675874183" sldId="317"/>
            <ac:graphicFrameMk id="3" creationId="{C6639A38-1FEA-A0D3-80A9-F2E66385375F}"/>
          </ac:graphicFrameMkLst>
        </pc:graphicFrameChg>
      </pc:sldChg>
      <pc:sldChg chg="new del">
        <pc:chgData name="C Zieba" userId="c599a986-14ea-4345-87e4-6ebecb27dd9e" providerId="ADAL" clId="{31B06FF7-9216-4349-932B-9116F459B600}" dt="2023-09-21T10:46:58.995" v="3" actId="47"/>
        <pc:sldMkLst>
          <pc:docMk/>
          <pc:sldMk cId="3043889559" sldId="318"/>
        </pc:sldMkLst>
      </pc:sldChg>
      <pc:sldChg chg="new del">
        <pc:chgData name="C Zieba" userId="c599a986-14ea-4345-87e4-6ebecb27dd9e" providerId="ADAL" clId="{31B06FF7-9216-4349-932B-9116F459B600}" dt="2023-09-21T10:46:58.522" v="2" actId="47"/>
        <pc:sldMkLst>
          <pc:docMk/>
          <pc:sldMk cId="852255089" sldId="31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5DA4-E3D0-3F80-2227-230ECA108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1A416-8E6E-C098-6348-A2AE98967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7E08E-3DC2-A6C3-A5ED-B3F165CB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59543-53DE-237D-68C4-16618B54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EA424-9DD5-6F1F-3546-45CB5837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40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2424-BDE2-6D39-7247-8556A487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8A28B-2C91-D804-DD06-1D484FB3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A1883-E5A2-EAF9-9AA3-EB58CB0D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82250-3947-3315-C977-2396B2EA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7300C-9E2B-13E7-2646-9476020D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28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F541-B976-DEF9-E83E-3CBC8B74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F442C-665E-8005-3C0F-6582CE144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9462-4940-7CF4-B9AB-7055AE4B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082A-21AB-6D17-B102-686F5350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9967-FB90-4C32-FC6D-6A2BE391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92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867B1-0D21-AB39-1418-3BF8585B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4EE0A-7328-DCBE-89BA-344DD4B6C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4F619-FE58-2762-1F5C-39A698CFE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EA09-6FBF-BD37-9EF2-749A0847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D8AED-B94F-9135-1FAB-CCA5B15E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CEC7C-D644-A05C-E2F3-CE368CB3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90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4BF1-8E26-2D5A-D042-FAC7D93D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D87D1-7D7A-618D-907D-33BA9EB6C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1145E-0FD0-151F-E041-592809F11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F780C-C295-B52F-84BD-DD8BC52C1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D0BD8-52AF-13EE-4F13-B55C02C46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F6E0C1-EC2B-AE98-B623-764E88E0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71429-F731-5267-99D6-D7A9C583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AA0F0-C1B4-A22A-8431-BCC3D101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99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5B3C-13E6-449F-1064-BEAA5CEE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F8EC0F-F5CD-4F9D-1539-1C5E28B6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585F1-FA1A-ED05-B142-33D2AED2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709AB-E641-4B05-1C26-7021EE54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35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B276F-900E-E57B-B67A-6F2803F5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FC348-3C3C-4A56-60AC-BC632015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EFD59-7AA3-A74A-BE86-A45C3825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94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F7B-3228-2371-9073-FDB67770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610D-0784-13A0-E271-8CE63B449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98C64-E45E-FAC2-52EF-9882C230D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FFF2-451D-C701-DDFA-D579EBDA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DA902-0246-6D77-D2F6-F7054914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3E3A9-70B7-473A-3782-24CEA63A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31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65BA-39B6-3450-FBE2-3CB39E79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7BB17-AA83-056A-716D-E1BD146F0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BC7F4-D250-6853-906E-C973D68D9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744C2-ECA6-8D90-1339-044D5AEC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F68BF-EE0D-8ADD-7090-9F0A9391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8AF30-DC69-97BA-0166-43D0A6B4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50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99E8-3F8D-2C68-3A44-27F0B742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5AD1E-2CCF-4822-AC00-81E574765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4D68-A01D-94E8-4B29-4A1E20A6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09C4A-365B-79B7-48EC-91B0B320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40C18-623A-EF25-2628-B3F6D62F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708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6EFD7-6864-48C9-EB09-10ABA797B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77AD0-172C-40BD-F740-89FDC37B8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C53B9-6BD6-14F6-9C35-E692A23F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BE84F-9492-8782-6AD5-000D1667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5F44-5DDF-A88B-78A3-17171D59D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042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784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7042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2022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3997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5005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598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4310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9902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72236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149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658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FBEF3-45B5-C90C-EDC9-123D0A8D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5B7A9-9B57-B486-B60E-9DA697AC8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DB0AD-8DA0-28E5-1AFE-180C19823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E80CC-4F49-403F-8215-FEA00FB4B5D5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8F5D-6966-ABD5-2299-FF78C2A5A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D6ACC-1290-1C63-B1A0-1180A4780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C52F6-DD90-410A-A839-66E622303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65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57958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creativecommons.org/licenses/by-nc-sa/4.0/?ref=chooser-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6639A38-1FEA-A0D3-80A9-F2E663853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447726"/>
              </p:ext>
            </p:extLst>
          </p:nvPr>
        </p:nvGraphicFramePr>
        <p:xfrm>
          <a:off x="216523" y="97278"/>
          <a:ext cx="11775608" cy="6603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3902">
                  <a:extLst>
                    <a:ext uri="{9D8B030D-6E8A-4147-A177-3AD203B41FA5}">
                      <a16:colId xmlns:a16="http://schemas.microsoft.com/office/drawing/2014/main" val="1464898935"/>
                    </a:ext>
                  </a:extLst>
                </a:gridCol>
                <a:gridCol w="2943902">
                  <a:extLst>
                    <a:ext uri="{9D8B030D-6E8A-4147-A177-3AD203B41FA5}">
                      <a16:colId xmlns:a16="http://schemas.microsoft.com/office/drawing/2014/main" val="2903090392"/>
                    </a:ext>
                  </a:extLst>
                </a:gridCol>
                <a:gridCol w="2943902">
                  <a:extLst>
                    <a:ext uri="{9D8B030D-6E8A-4147-A177-3AD203B41FA5}">
                      <a16:colId xmlns:a16="http://schemas.microsoft.com/office/drawing/2014/main" val="2778552342"/>
                    </a:ext>
                  </a:extLst>
                </a:gridCol>
                <a:gridCol w="2943902">
                  <a:extLst>
                    <a:ext uri="{9D8B030D-6E8A-4147-A177-3AD203B41FA5}">
                      <a16:colId xmlns:a16="http://schemas.microsoft.com/office/drawing/2014/main" val="1532819926"/>
                    </a:ext>
                  </a:extLst>
                </a:gridCol>
              </a:tblGrid>
              <a:tr h="943333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What do they reveal about Southampton at the time Titanic set sail?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What can you infer about how Titanic changed the lives of people in Southampton?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What can you infer about why Titanic would have been remarkable in Southampton?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395379"/>
                  </a:ext>
                </a:extLst>
              </a:tr>
              <a:tr h="943333">
                <a:tc>
                  <a:txBody>
                    <a:bodyPr/>
                    <a:lstStyle/>
                    <a:p>
                      <a:r>
                        <a:rPr lang="en-GB" sz="1600" dirty="0"/>
                        <a:t>Edward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799596"/>
                  </a:ext>
                </a:extLst>
              </a:tr>
              <a:tr h="943333">
                <a:tc>
                  <a:txBody>
                    <a:bodyPr/>
                    <a:lstStyle/>
                    <a:p>
                      <a:r>
                        <a:rPr lang="en-GB" sz="1600"/>
                        <a:t>Joseph </a:t>
                      </a:r>
                      <a:r>
                        <a:rPr lang="en-GB" sz="1600" err="1"/>
                        <a:t>Boxhall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95702"/>
                  </a:ext>
                </a:extLst>
              </a:tr>
              <a:tr h="943333">
                <a:tc>
                  <a:txBody>
                    <a:bodyPr/>
                    <a:lstStyle/>
                    <a:p>
                      <a:r>
                        <a:rPr lang="en-GB" sz="1600"/>
                        <a:t>Frederick Fleet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513433"/>
                  </a:ext>
                </a:extLst>
              </a:tr>
              <a:tr h="943333">
                <a:tc>
                  <a:txBody>
                    <a:bodyPr/>
                    <a:lstStyle/>
                    <a:p>
                      <a:r>
                        <a:rPr lang="en-GB" sz="1600"/>
                        <a:t>Alfred Frank Evans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99838"/>
                  </a:ext>
                </a:extLst>
              </a:tr>
              <a:tr h="943333">
                <a:tc>
                  <a:txBody>
                    <a:bodyPr/>
                    <a:lstStyle/>
                    <a:p>
                      <a:r>
                        <a:rPr lang="en-GB" sz="1600"/>
                        <a:t>Joseph Scarrott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373192"/>
                  </a:ext>
                </a:extLst>
              </a:tr>
              <a:tr h="943333">
                <a:tc>
                  <a:txBody>
                    <a:bodyPr/>
                    <a:lstStyle/>
                    <a:p>
                      <a:r>
                        <a:rPr lang="en-GB" sz="1600" dirty="0"/>
                        <a:t>Charles </a:t>
                      </a:r>
                      <a:r>
                        <a:rPr lang="en-GB" sz="1600" dirty="0" err="1"/>
                        <a:t>Joughin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396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874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F2A391-A914-42AA-6A10-3BED581ACDD7}"/>
              </a:ext>
            </a:extLst>
          </p:cNvPr>
          <p:cNvGrpSpPr/>
          <p:nvPr/>
        </p:nvGrpSpPr>
        <p:grpSpPr>
          <a:xfrm>
            <a:off x="1181895" y="1301750"/>
            <a:ext cx="9828209" cy="4060379"/>
            <a:chOff x="1363666" y="1238250"/>
            <a:chExt cx="9828209" cy="4060379"/>
          </a:xfrm>
        </p:grpSpPr>
        <p:pic>
          <p:nvPicPr>
            <p:cNvPr id="1025" name="Picture 12">
              <a:extLst>
                <a:ext uri="{FF2B5EF4-FFF2-40B4-BE49-F238E27FC236}">
                  <a16:creationId xmlns:a16="http://schemas.microsoft.com/office/drawing/2014/main" id="{226744DC-81A0-D60F-58FC-A98424654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666" y="4258593"/>
              <a:ext cx="1991337" cy="69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A329D-31C1-36B9-E32E-41DD2C0B6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95" y="1238250"/>
              <a:ext cx="7305410" cy="219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0602F3-B99C-265F-21DB-70AB82AFFADF}"/>
                </a:ext>
              </a:extLst>
            </p:cNvPr>
            <p:cNvSpPr/>
            <p:nvPr/>
          </p:nvSpPr>
          <p:spPr>
            <a:xfrm>
              <a:off x="3650278" y="3917504"/>
              <a:ext cx="7541597" cy="13811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ctr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ctr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Remembering Titanic Lessons © 2023 by Wonyong Park, Neta Shaby, Rachele Newman, Megan Barton, Christopher Dale, Ashleigh Fair, Natalie Harrison, Mary Shepherd and Christopher </a:t>
              </a:r>
              <a:r>
                <a:rPr kumimoji="0" lang="en-GB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Zieba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 is licensed under </a:t>
              </a:r>
              <a:r>
                <a:rPr kumimoji="0" lang="en-GB" sz="18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  <a:hlinkClick r:id="rId4"/>
                </a:rPr>
                <a:t>CC BY-NC-SA 4.0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. You can share and adapt the materials, as long as you give appropriate credit and do not use them for commercial purposes.</a:t>
              </a: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5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874f9-67e5-4deb-a0f2-d102b20c5fd8">
      <Terms xmlns="http://schemas.microsoft.com/office/infopath/2007/PartnerControls"/>
    </lcf76f155ced4ddcb4097134ff3c332f>
    <TaxCatchAll xmlns="94e09ebd-c8f1-4362-991a-c49006e523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EFD908B32B245A3A0D21C6B593B2B" ma:contentTypeVersion="14" ma:contentTypeDescription="Create a new document." ma:contentTypeScope="" ma:versionID="38d37b1c7b188a6d838f48e4416de3c1">
  <xsd:schema xmlns:xsd="http://www.w3.org/2001/XMLSchema" xmlns:xs="http://www.w3.org/2001/XMLSchema" xmlns:p="http://schemas.microsoft.com/office/2006/metadata/properties" xmlns:ns2="d5a874f9-67e5-4deb-a0f2-d102b20c5fd8" xmlns:ns3="94e09ebd-c8f1-4362-991a-c49006e523f9" targetNamespace="http://schemas.microsoft.com/office/2006/metadata/properties" ma:root="true" ma:fieldsID="bf319a33755e26be25ca2a6fc21578ae" ns2:_="" ns3:_="">
    <xsd:import namespace="d5a874f9-67e5-4deb-a0f2-d102b20c5fd8"/>
    <xsd:import namespace="94e09ebd-c8f1-4362-991a-c49006e523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874f9-67e5-4deb-a0f2-d102b20c5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09ebd-c8f1-4362-991a-c49006e523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1c53bc1-37db-457b-9811-fd494ad9fb6b}" ma:internalName="TaxCatchAll" ma:showField="CatchAllData" ma:web="94e09ebd-c8f1-4362-991a-c49006e523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5DFC99-2DB1-4A93-A6A4-D62F4BBDB6BB}">
  <ds:schemaRefs>
    <ds:schemaRef ds:uri="http://schemas.microsoft.com/office/2006/metadata/properties"/>
    <ds:schemaRef ds:uri="http://schemas.microsoft.com/office/infopath/2007/PartnerControls"/>
    <ds:schemaRef ds:uri="d5a874f9-67e5-4deb-a0f2-d102b20c5fd8"/>
    <ds:schemaRef ds:uri="94e09ebd-c8f1-4362-991a-c49006e523f9"/>
  </ds:schemaRefs>
</ds:datastoreItem>
</file>

<file path=customXml/itemProps2.xml><?xml version="1.0" encoding="utf-8"?>
<ds:datastoreItem xmlns:ds="http://schemas.openxmlformats.org/officeDocument/2006/customXml" ds:itemID="{83039A48-449F-4B27-88EA-B51ACF3386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565DEC-5473-4C57-8693-762DD9D9ACE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 Zieba</dc:creator>
  <cp:lastModifiedBy>Wonyong Park</cp:lastModifiedBy>
  <cp:revision>1</cp:revision>
  <dcterms:created xsi:type="dcterms:W3CDTF">2023-09-21T10:46:22Z</dcterms:created>
  <dcterms:modified xsi:type="dcterms:W3CDTF">2023-12-14T18:53:36Z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0x010100D4AEFD908B32B245A3A0D21C6B593B2B</vt:lpwstr>
  </property>
  <property fmtid="{D5CDD505-2E9C-101B-9397-08002B2CF9AE}" pid="3" name="MediaServiceImageTags">
    <vt:lpwstr/>
  </property>
</Properties>
</file>