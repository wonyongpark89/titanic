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  <p:sldMasterId id="2147483660" r:id="rId5"/>
  </p:sldMasterIdLst>
  <p:notesMasterIdLst>
    <p:notesMasterId r:id="rId8"/>
  </p:notesMasterIdLst>
  <p:sldIdLst>
    <p:sldId id="256" r:id="rId6"/>
    <p:sldId id="26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1B8078-8399-4240-82A0-5A9B5C1515D2}" v="1" dt="2023-12-14T18:51:39.992"/>
  </p1510:revLst>
</p1510:revInfo>
</file>

<file path=ppt/tableStyles.xml><?xml version="1.0" encoding="utf-8"?>
<a:tblStyleLst xmlns:a="http://schemas.openxmlformats.org/drawingml/2006/main" def="{4358C8C4-48A3-462C-BEBC-02B83D2AF082}">
  <a:tblStyle styleId="{4358C8C4-48A3-462C-BEBC-02B83D2AF0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04cb728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04cb728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Worksheet to use for the source analysis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729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722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599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1800">
                <a:solidFill>
                  <a:srgbClr val="888888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500">
                <a:solidFill>
                  <a:srgbClr val="888888"/>
                </a:solidFill>
              </a:defRPr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350">
                <a:solidFill>
                  <a:srgbClr val="888888"/>
                </a:solidFill>
              </a:defRPr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267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759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521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390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400"/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5pPr>
            <a:lvl6pPr marL="2057400" lvl="5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39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005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80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716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060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5397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creativecommons.org/licenses/by-nc-sa/4.0/?ref=chooser-v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129550" y="158125"/>
          <a:ext cx="8852775" cy="4738255"/>
        </p:xfrm>
        <a:graphic>
          <a:graphicData uri="http://schemas.openxmlformats.org/drawingml/2006/table">
            <a:tbl>
              <a:tblPr>
                <a:noFill/>
                <a:tableStyleId>{4358C8C4-48A3-462C-BEBC-02B83D2AF082}</a:tableStyleId>
              </a:tblPr>
              <a:tblGrid>
                <a:gridCol w="4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the source show Immediate/short term/long term impact?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it demonstrate a local or national impact?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can we learn about the impact it had on Southampton and the UK?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4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5F2A391-A914-42AA-6A10-3BED581ACDD7}"/>
              </a:ext>
            </a:extLst>
          </p:cNvPr>
          <p:cNvGrpSpPr/>
          <p:nvPr/>
        </p:nvGrpSpPr>
        <p:grpSpPr>
          <a:xfrm>
            <a:off x="886422" y="976313"/>
            <a:ext cx="7371157" cy="3045284"/>
            <a:chOff x="1363666" y="1238250"/>
            <a:chExt cx="9828209" cy="4060379"/>
          </a:xfrm>
        </p:grpSpPr>
        <p:pic>
          <p:nvPicPr>
            <p:cNvPr id="1025" name="Picture 12">
              <a:extLst>
                <a:ext uri="{FF2B5EF4-FFF2-40B4-BE49-F238E27FC236}">
                  <a16:creationId xmlns:a16="http://schemas.microsoft.com/office/drawing/2014/main" id="{226744DC-81A0-D60F-58FC-A98424654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3666" y="4258593"/>
              <a:ext cx="1991337" cy="698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6A329D-31C1-36B9-E32E-41DD2C0B6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3295" y="1238250"/>
              <a:ext cx="7305410" cy="2190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0602F3-B99C-265F-21DB-70AB82AFFADF}"/>
                </a:ext>
              </a:extLst>
            </p:cNvPr>
            <p:cNvSpPr/>
            <p:nvPr/>
          </p:nvSpPr>
          <p:spPr>
            <a:xfrm>
              <a:off x="3650278" y="3917504"/>
              <a:ext cx="7541597" cy="13811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685800" fontAlgn="ctr">
                <a:lnSpc>
                  <a:spcPct val="107000"/>
                </a:lnSpc>
                <a:spcAft>
                  <a:spcPts val="600"/>
                </a:spcAft>
              </a:pPr>
              <a:endParaRPr lang="en-GB" sz="135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  <a:p>
              <a:pPr defTabSz="685800" fontAlgn="ctr">
                <a:lnSpc>
                  <a:spcPct val="107000"/>
                </a:lnSpc>
                <a:spcAft>
                  <a:spcPts val="600"/>
                </a:spcAft>
              </a:pPr>
              <a:r>
                <a:rPr lang="en-GB" sz="135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Remembering Titanic Lessons © 2023 by Wonyong Park, Neta Shaby, Rachele Newman, Megan Barton, Christopher Dale, Ashleigh Fair, Natalie Harrison, Mary Shepherd and Christopher </a:t>
              </a:r>
              <a:r>
                <a:rPr lang="en-GB" sz="135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Zieba</a:t>
              </a:r>
              <a:r>
                <a:rPr lang="en-GB" sz="135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is licensed under </a:t>
              </a:r>
              <a:r>
                <a:rPr lang="en-GB" sz="1350" u="sng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hlinkClick r:id="rId4"/>
                </a:rPr>
                <a:t>CC BY-NC-SA 4.0</a:t>
              </a:r>
              <a:r>
                <a:rPr lang="en-GB" sz="135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You can share and adapt the materials, as long as you give appropriate credit and do not use them for commercial purposes.</a:t>
              </a:r>
              <a:endParaRPr lang="en-GB" sz="135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  <a:p>
              <a:pPr algn="ctr" defTabSz="685800"/>
              <a:endParaRPr lang="en-GB" sz="1050" dirty="0">
                <a:solidFill>
                  <a:sysClr val="windowText" lastClr="000000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25147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a874f9-67e5-4deb-a0f2-d102b20c5fd8">
      <Terms xmlns="http://schemas.microsoft.com/office/infopath/2007/PartnerControls"/>
    </lcf76f155ced4ddcb4097134ff3c332f>
    <TaxCatchAll xmlns="94e09ebd-c8f1-4362-991a-c49006e523f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AEFD908B32B245A3A0D21C6B593B2B" ma:contentTypeVersion="14" ma:contentTypeDescription="Create a new document." ma:contentTypeScope="" ma:versionID="38d37b1c7b188a6d838f48e4416de3c1">
  <xsd:schema xmlns:xsd="http://www.w3.org/2001/XMLSchema" xmlns:xs="http://www.w3.org/2001/XMLSchema" xmlns:p="http://schemas.microsoft.com/office/2006/metadata/properties" xmlns:ns2="d5a874f9-67e5-4deb-a0f2-d102b20c5fd8" xmlns:ns3="94e09ebd-c8f1-4362-991a-c49006e523f9" targetNamespace="http://schemas.microsoft.com/office/2006/metadata/properties" ma:root="true" ma:fieldsID="bf319a33755e26be25ca2a6fc21578ae" ns2:_="" ns3:_="">
    <xsd:import namespace="d5a874f9-67e5-4deb-a0f2-d102b20c5fd8"/>
    <xsd:import namespace="94e09ebd-c8f1-4362-991a-c49006e523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a874f9-67e5-4deb-a0f2-d102b20c5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bf2f534-9c3d-494b-83fb-768e807180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e09ebd-c8f1-4362-991a-c49006e523f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1c53bc1-37db-457b-9811-fd494ad9fb6b}" ma:internalName="TaxCatchAll" ma:showField="CatchAllData" ma:web="94e09ebd-c8f1-4362-991a-c49006e523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137DD1-68A0-4D22-B3D2-9CB74D921552}">
  <ds:schemaRefs>
    <ds:schemaRef ds:uri="http://schemas.microsoft.com/office/2006/metadata/properties"/>
    <ds:schemaRef ds:uri="http://schemas.microsoft.com/office/infopath/2007/PartnerControls"/>
    <ds:schemaRef ds:uri="d5a874f9-67e5-4deb-a0f2-d102b20c5fd8"/>
    <ds:schemaRef ds:uri="94e09ebd-c8f1-4362-991a-c49006e523f9"/>
  </ds:schemaRefs>
</ds:datastoreItem>
</file>

<file path=customXml/itemProps2.xml><?xml version="1.0" encoding="utf-8"?>
<ds:datastoreItem xmlns:ds="http://schemas.openxmlformats.org/officeDocument/2006/customXml" ds:itemID="{11072056-1469-4012-A7D3-8BB93F3B14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E736B7-E1F4-4C8B-BBFD-10837986164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Office PowerPoint</Application>
  <PresentationFormat>On-screen Show (16:9)</PresentationFormat>
  <Paragraphs>12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Times New Roman</vt:lpstr>
      <vt:lpstr>Simple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Wonyong Park</cp:lastModifiedBy>
  <cp:revision>1</cp:revision>
  <dcterms:modified xsi:type="dcterms:W3CDTF">2023-12-14T18:51:40Z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0x010100D4AEFD908B32B245A3A0D21C6B593B2B</vt:lpwstr>
  </property>
  <property fmtid="{D5CDD505-2E9C-101B-9397-08002B2CF9AE}" pid="3" name="MediaServiceImageTags">
    <vt:lpwstr/>
  </property>
</Properties>
</file>