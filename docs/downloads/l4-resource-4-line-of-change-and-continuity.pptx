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  <p:sldMasterId id="2147483660" r:id="rId5"/>
  </p:sldMasterIdLst>
  <p:notesMasterIdLst>
    <p:notesMasterId r:id="rId8"/>
  </p:notesMasterIdLst>
  <p:sldIdLst>
    <p:sldId id="256" r:id="rId6"/>
    <p:sldId id="26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768F25-E122-4696-A04A-A7597599C5ED}" v="1" dt="2023-12-14T18:52:02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0503afa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0503afa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2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693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462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11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010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053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781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171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781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8251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3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1716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creativecommons.org/licenses/by-nc-sa/4.0/?ref=chooser-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>
            <a:off x="287425" y="3865200"/>
            <a:ext cx="8653200" cy="22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13"/>
          <p:cNvSpPr txBox="1"/>
          <p:nvPr/>
        </p:nvSpPr>
        <p:spPr>
          <a:xfrm>
            <a:off x="8176625" y="3396225"/>
            <a:ext cx="9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Change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6750" y="3359525"/>
            <a:ext cx="108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Continuity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9058500" cy="400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L4: Resource 4 - Line of Change and Continuity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F2A391-A914-42AA-6A10-3BED581ACDD7}"/>
              </a:ext>
            </a:extLst>
          </p:cNvPr>
          <p:cNvGrpSpPr/>
          <p:nvPr/>
        </p:nvGrpSpPr>
        <p:grpSpPr>
          <a:xfrm>
            <a:off x="886422" y="976313"/>
            <a:ext cx="7371157" cy="3045284"/>
            <a:chOff x="1363666" y="1238250"/>
            <a:chExt cx="9828209" cy="4060379"/>
          </a:xfrm>
        </p:grpSpPr>
        <p:pic>
          <p:nvPicPr>
            <p:cNvPr id="1025" name="Picture 12">
              <a:extLst>
                <a:ext uri="{FF2B5EF4-FFF2-40B4-BE49-F238E27FC236}">
                  <a16:creationId xmlns:a16="http://schemas.microsoft.com/office/drawing/2014/main" id="{226744DC-81A0-D60F-58FC-A9842465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666" y="4258593"/>
              <a:ext cx="1991337" cy="69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A329D-31C1-36B9-E32E-41DD2C0B6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95" y="1238250"/>
              <a:ext cx="7305410" cy="219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0602F3-B99C-265F-21DB-70AB82AFFADF}"/>
                </a:ext>
              </a:extLst>
            </p:cNvPr>
            <p:cNvSpPr/>
            <p:nvPr/>
          </p:nvSpPr>
          <p:spPr>
            <a:xfrm>
              <a:off x="3650278" y="3917504"/>
              <a:ext cx="7541597" cy="1381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800" fontAlgn="ctr">
                <a:lnSpc>
                  <a:spcPct val="107000"/>
                </a:lnSpc>
                <a:spcAft>
                  <a:spcPts val="600"/>
                </a:spcAft>
              </a:pPr>
              <a:endParaRPr lang="en-GB" sz="135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defTabSz="685800" fontAlgn="ctr">
                <a:lnSpc>
                  <a:spcPct val="107000"/>
                </a:lnSpc>
                <a:spcAft>
                  <a:spcPts val="600"/>
                </a:spcAft>
              </a:pP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Remembering Titanic Lessons © 2023 by Wonyong Park, Neta Shaby, Rachele Newman, Megan Barton, Christopher Dale, Ashleigh Fair, Natalie Harrison, Mary Shepherd and Christopher </a:t>
              </a:r>
              <a:r>
                <a:rPr lang="en-GB" sz="135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Zieba</a:t>
              </a: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is licensed under </a:t>
              </a:r>
              <a:r>
                <a:rPr lang="en-GB" sz="1350" u="sng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hlinkClick r:id="rId4"/>
                </a:rPr>
                <a:t>CC BY-NC-SA 4.0</a:t>
              </a:r>
              <a:r>
                <a:rPr lang="en-GB" sz="135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You can share and adapt the materials, as long as you give appropriate credit and do not use them for commercial purposes.</a:t>
              </a:r>
              <a:endParaRPr lang="en-GB" sz="135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algn="ctr" defTabSz="685800"/>
              <a:endParaRPr lang="en-GB" sz="1050" dirty="0">
                <a:solidFill>
                  <a:sysClr val="windowText" lastClr="000000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14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4" ma:contentTypeDescription="Create a new document." ma:contentTypeScope="" ma:versionID="38d37b1c7b188a6d838f48e4416de3c1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bf319a33755e26be25ca2a6fc21578ae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c53bc1-37db-457b-9811-fd494ad9fb6b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66E6BE-1F85-429D-B3CA-FA2FE7675472}">
  <ds:schemaRefs>
    <ds:schemaRef ds:uri="http://schemas.microsoft.com/office/2006/metadata/properties"/>
    <ds:schemaRef ds:uri="http://schemas.microsoft.com/office/infopath/2007/PartnerControls"/>
    <ds:schemaRef ds:uri="d5a874f9-67e5-4deb-a0f2-d102b20c5fd8"/>
    <ds:schemaRef ds:uri="94e09ebd-c8f1-4362-991a-c49006e523f9"/>
  </ds:schemaRefs>
</ds:datastoreItem>
</file>

<file path=customXml/itemProps2.xml><?xml version="1.0" encoding="utf-8"?>
<ds:datastoreItem xmlns:ds="http://schemas.openxmlformats.org/officeDocument/2006/customXml" ds:itemID="{DE9B20A7-62A9-4034-A02F-325A838C9A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56E417-ADCB-46EE-A3DA-1D49D223130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On-screen Show (16:9)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Simple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Wonyong Park</cp:lastModifiedBy>
  <cp:revision>1</cp:revision>
  <dcterms:modified xsi:type="dcterms:W3CDTF">2023-12-14T18:52:03Z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