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4"/>
    <p:sldMasterId id="2147483660" r:id="rId5"/>
  </p:sldMasterIdLst>
  <p:notesMasterIdLst>
    <p:notesMasterId r:id="rId17"/>
  </p:notesMasterIdLst>
  <p:sldIdLst>
    <p:sldId id="256" r:id="rId6"/>
    <p:sldId id="258" r:id="rId7"/>
    <p:sldId id="260" r:id="rId8"/>
    <p:sldId id="261" r:id="rId9"/>
    <p:sldId id="270" r:id="rId10"/>
    <p:sldId id="263" r:id="rId11"/>
    <p:sldId id="264" r:id="rId12"/>
    <p:sldId id="266" r:id="rId13"/>
    <p:sldId id="267" r:id="rId14"/>
    <p:sldId id="268" r:id="rId15"/>
    <p:sldId id="269" r:id="rId16"/>
  </p:sldIdLst>
  <p:sldSz cx="9144000" cy="5143500" type="screen16x9"/>
  <p:notesSz cx="6858000" cy="9144000"/>
  <p:embeddedFontLst>
    <p:embeddedFont>
      <p:font typeface="Calibri" panose="020F0502020204030204" pitchFamily="34" charset="0"/>
      <p:regular r:id="rId18"/>
      <p:bold r:id="rId19"/>
      <p:italic r:id="rId20"/>
      <p:boldItalic r:id="rId21"/>
    </p:embeddedFont>
    <p:embeddedFont>
      <p:font typeface="Nunito" pitchFamily="2" charset="0"/>
      <p:regular r:id="rId22"/>
      <p:bold r:id="rId23"/>
      <p:italic r:id="rId24"/>
      <p:boldItalic r:id="rId2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5B1896F-E2DA-48F7-9BA5-0375DF9F980F}" v="59" dt="2024-06-25T22:34:26.735"/>
  </p1510:revLst>
</p1510:revInfo>
</file>

<file path=ppt/tableStyles.xml><?xml version="1.0" encoding="utf-8"?>
<a:tblStyleLst xmlns:a="http://schemas.openxmlformats.org/drawingml/2006/main" def="{724F1A15-6087-4B97-8749-4AAEF881F12C}">
  <a:tblStyle styleId="{724F1A15-6087-4B97-8749-4AAEF881F12C}"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41" d="100"/>
          <a:sy n="141" d="100"/>
        </p:scale>
        <p:origin x="744" y="120"/>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font" Target="fonts/font1.fntdata"/><Relationship Id="rId26"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font" Target="fonts/font4.fntdata"/><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notesMaster" Target="notesMasters/notesMaster1.xml"/><Relationship Id="rId25" Type="http://schemas.openxmlformats.org/officeDocument/2006/relationships/font" Target="fonts/font8.fntdata"/><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font" Target="fonts/font3.fntdata"/><Relationship Id="rId29"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font" Target="fonts/font7.fntdata"/><Relationship Id="rId5" Type="http://schemas.openxmlformats.org/officeDocument/2006/relationships/slideMaster" Target="slideMasters/slideMaster2.xml"/><Relationship Id="rId15" Type="http://schemas.openxmlformats.org/officeDocument/2006/relationships/slide" Target="slides/slide10.xml"/><Relationship Id="rId23" Type="http://schemas.openxmlformats.org/officeDocument/2006/relationships/font" Target="fonts/font6.fntdata"/><Relationship Id="rId28" Type="http://schemas.openxmlformats.org/officeDocument/2006/relationships/theme" Target="theme/theme1.xml"/><Relationship Id="rId10" Type="http://schemas.openxmlformats.org/officeDocument/2006/relationships/slide" Target="slides/slide5.xml"/><Relationship Id="rId19" Type="http://schemas.openxmlformats.org/officeDocument/2006/relationships/font" Target="fonts/font2.fntdata"/><Relationship Id="rId31"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font" Target="fonts/font5.fntdata"/><Relationship Id="rId27" Type="http://schemas.openxmlformats.org/officeDocument/2006/relationships/viewProps" Target="viewProps.xml"/><Relationship Id="rId30"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Wonyong Park" userId="d9415017-2acf-4c90-b8cd-5d467cfa0bec" providerId="ADAL" clId="{15B1896F-E2DA-48F7-9BA5-0375DF9F980F}"/>
    <pc:docChg chg="undo custSel addSld delSld modSld">
      <pc:chgData name="Wonyong Park" userId="d9415017-2acf-4c90-b8cd-5d467cfa0bec" providerId="ADAL" clId="{15B1896F-E2DA-48F7-9BA5-0375DF9F980F}" dt="2024-06-25T23:21:56.623" v="660" actId="20577"/>
      <pc:docMkLst>
        <pc:docMk/>
      </pc:docMkLst>
      <pc:sldChg chg="addSp delSp modSp mod">
        <pc:chgData name="Wonyong Park" userId="d9415017-2acf-4c90-b8cd-5d467cfa0bec" providerId="ADAL" clId="{15B1896F-E2DA-48F7-9BA5-0375DF9F980F}" dt="2024-06-25T22:17:52.364" v="2" actId="1076"/>
        <pc:sldMkLst>
          <pc:docMk/>
          <pc:sldMk cId="0" sldId="256"/>
        </pc:sldMkLst>
        <pc:spChg chg="add del mod">
          <ac:chgData name="Wonyong Park" userId="d9415017-2acf-4c90-b8cd-5d467cfa0bec" providerId="ADAL" clId="{15B1896F-E2DA-48F7-9BA5-0375DF9F980F}" dt="2024-06-25T22:17:50.157" v="1" actId="478"/>
          <ac:spMkLst>
            <pc:docMk/>
            <pc:sldMk cId="0" sldId="256"/>
            <ac:spMk id="3" creationId="{EDAAEA5B-CE47-2408-C90F-E8CBF9849E69}"/>
          </ac:spMkLst>
        </pc:spChg>
        <pc:spChg chg="mod">
          <ac:chgData name="Wonyong Park" userId="d9415017-2acf-4c90-b8cd-5d467cfa0bec" providerId="ADAL" clId="{15B1896F-E2DA-48F7-9BA5-0375DF9F980F}" dt="2024-06-25T22:17:52.364" v="2" actId="1076"/>
          <ac:spMkLst>
            <pc:docMk/>
            <pc:sldMk cId="0" sldId="256"/>
            <ac:spMk id="128" creationId="{00000000-0000-0000-0000-000000000000}"/>
          </ac:spMkLst>
        </pc:spChg>
        <pc:spChg chg="del">
          <ac:chgData name="Wonyong Park" userId="d9415017-2acf-4c90-b8cd-5d467cfa0bec" providerId="ADAL" clId="{15B1896F-E2DA-48F7-9BA5-0375DF9F980F}" dt="2024-06-25T22:17:47.552" v="0" actId="478"/>
          <ac:spMkLst>
            <pc:docMk/>
            <pc:sldMk cId="0" sldId="256"/>
            <ac:spMk id="129" creationId="{00000000-0000-0000-0000-000000000000}"/>
          </ac:spMkLst>
        </pc:spChg>
        <pc:picChg chg="mod">
          <ac:chgData name="Wonyong Park" userId="d9415017-2acf-4c90-b8cd-5d467cfa0bec" providerId="ADAL" clId="{15B1896F-E2DA-48F7-9BA5-0375DF9F980F}" dt="2024-06-25T22:17:52.364" v="2" actId="1076"/>
          <ac:picMkLst>
            <pc:docMk/>
            <pc:sldMk cId="0" sldId="256"/>
            <ac:picMk id="130" creationId="{00000000-0000-0000-0000-000000000000}"/>
          </ac:picMkLst>
        </pc:picChg>
      </pc:sldChg>
      <pc:sldChg chg="del">
        <pc:chgData name="Wonyong Park" userId="d9415017-2acf-4c90-b8cd-5d467cfa0bec" providerId="ADAL" clId="{15B1896F-E2DA-48F7-9BA5-0375DF9F980F}" dt="2024-06-25T22:25:28.624" v="181" actId="47"/>
        <pc:sldMkLst>
          <pc:docMk/>
          <pc:sldMk cId="0" sldId="262"/>
        </pc:sldMkLst>
      </pc:sldChg>
      <pc:sldChg chg="addSp delSp modSp mod">
        <pc:chgData name="Wonyong Park" userId="d9415017-2acf-4c90-b8cd-5d467cfa0bec" providerId="ADAL" clId="{15B1896F-E2DA-48F7-9BA5-0375DF9F980F}" dt="2024-06-25T22:29:19.278" v="267" actId="1076"/>
        <pc:sldMkLst>
          <pc:docMk/>
          <pc:sldMk cId="0" sldId="263"/>
        </pc:sldMkLst>
        <pc:spChg chg="add mod">
          <ac:chgData name="Wonyong Park" userId="d9415017-2acf-4c90-b8cd-5d467cfa0bec" providerId="ADAL" clId="{15B1896F-E2DA-48F7-9BA5-0375DF9F980F}" dt="2024-06-25T22:29:07.338" v="262" actId="20577"/>
          <ac:spMkLst>
            <pc:docMk/>
            <pc:sldMk cId="0" sldId="263"/>
            <ac:spMk id="6" creationId="{70F1F450-67A2-62C2-E21B-A4F181802DCF}"/>
          </ac:spMkLst>
        </pc:spChg>
        <pc:spChg chg="add mod">
          <ac:chgData name="Wonyong Park" userId="d9415017-2acf-4c90-b8cd-5d467cfa0bec" providerId="ADAL" clId="{15B1896F-E2DA-48F7-9BA5-0375DF9F980F}" dt="2024-06-25T22:29:19.278" v="267" actId="1076"/>
          <ac:spMkLst>
            <pc:docMk/>
            <pc:sldMk cId="0" sldId="263"/>
            <ac:spMk id="7" creationId="{FEFDFB82-D81E-56DE-9521-CAEB0757AA39}"/>
          </ac:spMkLst>
        </pc:spChg>
        <pc:spChg chg="mod">
          <ac:chgData name="Wonyong Park" userId="d9415017-2acf-4c90-b8cd-5d467cfa0bec" providerId="ADAL" clId="{15B1896F-E2DA-48F7-9BA5-0375DF9F980F}" dt="2024-06-25T22:28:27.575" v="245" actId="14100"/>
          <ac:spMkLst>
            <pc:docMk/>
            <pc:sldMk cId="0" sldId="263"/>
            <ac:spMk id="184" creationId="{00000000-0000-0000-0000-000000000000}"/>
          </ac:spMkLst>
        </pc:spChg>
        <pc:spChg chg="del">
          <ac:chgData name="Wonyong Park" userId="d9415017-2acf-4c90-b8cd-5d467cfa0bec" providerId="ADAL" clId="{15B1896F-E2DA-48F7-9BA5-0375DF9F980F}" dt="2024-06-25T22:27:27.048" v="228" actId="478"/>
          <ac:spMkLst>
            <pc:docMk/>
            <pc:sldMk cId="0" sldId="263"/>
            <ac:spMk id="195" creationId="{00000000-0000-0000-0000-000000000000}"/>
          </ac:spMkLst>
        </pc:spChg>
        <pc:spChg chg="del">
          <ac:chgData name="Wonyong Park" userId="d9415017-2acf-4c90-b8cd-5d467cfa0bec" providerId="ADAL" clId="{15B1896F-E2DA-48F7-9BA5-0375DF9F980F}" dt="2024-06-25T22:27:27.048" v="228" actId="478"/>
          <ac:spMkLst>
            <pc:docMk/>
            <pc:sldMk cId="0" sldId="263"/>
            <ac:spMk id="201" creationId="{00000000-0000-0000-0000-000000000000}"/>
          </ac:spMkLst>
        </pc:spChg>
        <pc:spChg chg="del">
          <ac:chgData name="Wonyong Park" userId="d9415017-2acf-4c90-b8cd-5d467cfa0bec" providerId="ADAL" clId="{15B1896F-E2DA-48F7-9BA5-0375DF9F980F}" dt="2024-06-25T22:27:27.048" v="228" actId="478"/>
          <ac:spMkLst>
            <pc:docMk/>
            <pc:sldMk cId="0" sldId="263"/>
            <ac:spMk id="202" creationId="{00000000-0000-0000-0000-000000000000}"/>
          </ac:spMkLst>
        </pc:spChg>
        <pc:spChg chg="del">
          <ac:chgData name="Wonyong Park" userId="d9415017-2acf-4c90-b8cd-5d467cfa0bec" providerId="ADAL" clId="{15B1896F-E2DA-48F7-9BA5-0375DF9F980F}" dt="2024-06-25T22:27:27.048" v="228" actId="478"/>
          <ac:spMkLst>
            <pc:docMk/>
            <pc:sldMk cId="0" sldId="263"/>
            <ac:spMk id="208" creationId="{00000000-0000-0000-0000-000000000000}"/>
          </ac:spMkLst>
        </pc:spChg>
        <pc:spChg chg="del">
          <ac:chgData name="Wonyong Park" userId="d9415017-2acf-4c90-b8cd-5d467cfa0bec" providerId="ADAL" clId="{15B1896F-E2DA-48F7-9BA5-0375DF9F980F}" dt="2024-06-25T22:27:27.048" v="228" actId="478"/>
          <ac:spMkLst>
            <pc:docMk/>
            <pc:sldMk cId="0" sldId="263"/>
            <ac:spMk id="209" creationId="{00000000-0000-0000-0000-000000000000}"/>
          </ac:spMkLst>
        </pc:spChg>
        <pc:spChg chg="del">
          <ac:chgData name="Wonyong Park" userId="d9415017-2acf-4c90-b8cd-5d467cfa0bec" providerId="ADAL" clId="{15B1896F-E2DA-48F7-9BA5-0375DF9F980F}" dt="2024-06-25T22:27:27.048" v="228" actId="478"/>
          <ac:spMkLst>
            <pc:docMk/>
            <pc:sldMk cId="0" sldId="263"/>
            <ac:spMk id="210" creationId="{00000000-0000-0000-0000-000000000000}"/>
          </ac:spMkLst>
        </pc:spChg>
        <pc:spChg chg="del">
          <ac:chgData name="Wonyong Park" userId="d9415017-2acf-4c90-b8cd-5d467cfa0bec" providerId="ADAL" clId="{15B1896F-E2DA-48F7-9BA5-0375DF9F980F}" dt="2024-06-25T22:27:27.048" v="228" actId="478"/>
          <ac:spMkLst>
            <pc:docMk/>
            <pc:sldMk cId="0" sldId="263"/>
            <ac:spMk id="211" creationId="{00000000-0000-0000-0000-000000000000}"/>
          </ac:spMkLst>
        </pc:spChg>
        <pc:spChg chg="del">
          <ac:chgData name="Wonyong Park" userId="d9415017-2acf-4c90-b8cd-5d467cfa0bec" providerId="ADAL" clId="{15B1896F-E2DA-48F7-9BA5-0375DF9F980F}" dt="2024-06-25T22:27:27.048" v="228" actId="478"/>
          <ac:spMkLst>
            <pc:docMk/>
            <pc:sldMk cId="0" sldId="263"/>
            <ac:spMk id="212" creationId="{00000000-0000-0000-0000-000000000000}"/>
          </ac:spMkLst>
        </pc:spChg>
        <pc:spChg chg="del">
          <ac:chgData name="Wonyong Park" userId="d9415017-2acf-4c90-b8cd-5d467cfa0bec" providerId="ADAL" clId="{15B1896F-E2DA-48F7-9BA5-0375DF9F980F}" dt="2024-06-25T22:27:27.048" v="228" actId="478"/>
          <ac:spMkLst>
            <pc:docMk/>
            <pc:sldMk cId="0" sldId="263"/>
            <ac:spMk id="213" creationId="{00000000-0000-0000-0000-000000000000}"/>
          </ac:spMkLst>
        </pc:spChg>
        <pc:picChg chg="add mod">
          <ac:chgData name="Wonyong Park" userId="d9415017-2acf-4c90-b8cd-5d467cfa0bec" providerId="ADAL" clId="{15B1896F-E2DA-48F7-9BA5-0375DF9F980F}" dt="2024-06-25T22:29:19.278" v="267" actId="1076"/>
          <ac:picMkLst>
            <pc:docMk/>
            <pc:sldMk cId="0" sldId="263"/>
            <ac:picMk id="3" creationId="{51FC7956-39A3-CC4C-BA71-16B06F8384D7}"/>
          </ac:picMkLst>
        </pc:picChg>
        <pc:picChg chg="add mod">
          <ac:chgData name="Wonyong Park" userId="d9415017-2acf-4c90-b8cd-5d467cfa0bec" providerId="ADAL" clId="{15B1896F-E2DA-48F7-9BA5-0375DF9F980F}" dt="2024-06-25T22:28:50.239" v="246" actId="1076"/>
          <ac:picMkLst>
            <pc:docMk/>
            <pc:sldMk cId="0" sldId="263"/>
            <ac:picMk id="5" creationId="{EE18A5DD-33FE-703A-4E34-510E0125A624}"/>
          </ac:picMkLst>
        </pc:picChg>
        <pc:picChg chg="del">
          <ac:chgData name="Wonyong Park" userId="d9415017-2acf-4c90-b8cd-5d467cfa0bec" providerId="ADAL" clId="{15B1896F-E2DA-48F7-9BA5-0375DF9F980F}" dt="2024-06-25T22:27:28.605" v="229" actId="478"/>
          <ac:picMkLst>
            <pc:docMk/>
            <pc:sldMk cId="0" sldId="263"/>
            <ac:picMk id="185" creationId="{00000000-0000-0000-0000-000000000000}"/>
          </ac:picMkLst>
        </pc:picChg>
        <pc:picChg chg="del">
          <ac:chgData name="Wonyong Park" userId="d9415017-2acf-4c90-b8cd-5d467cfa0bec" providerId="ADAL" clId="{15B1896F-E2DA-48F7-9BA5-0375DF9F980F}" dt="2024-06-25T22:27:27.048" v="228" actId="478"/>
          <ac:picMkLst>
            <pc:docMk/>
            <pc:sldMk cId="0" sldId="263"/>
            <ac:picMk id="186" creationId="{00000000-0000-0000-0000-000000000000}"/>
          </ac:picMkLst>
        </pc:picChg>
        <pc:picChg chg="del">
          <ac:chgData name="Wonyong Park" userId="d9415017-2acf-4c90-b8cd-5d467cfa0bec" providerId="ADAL" clId="{15B1896F-E2DA-48F7-9BA5-0375DF9F980F}" dt="2024-06-25T22:27:27.048" v="228" actId="478"/>
          <ac:picMkLst>
            <pc:docMk/>
            <pc:sldMk cId="0" sldId="263"/>
            <ac:picMk id="187" creationId="{00000000-0000-0000-0000-000000000000}"/>
          </ac:picMkLst>
        </pc:picChg>
        <pc:picChg chg="del">
          <ac:chgData name="Wonyong Park" userId="d9415017-2acf-4c90-b8cd-5d467cfa0bec" providerId="ADAL" clId="{15B1896F-E2DA-48F7-9BA5-0375DF9F980F}" dt="2024-06-25T22:27:27.048" v="228" actId="478"/>
          <ac:picMkLst>
            <pc:docMk/>
            <pc:sldMk cId="0" sldId="263"/>
            <ac:picMk id="188" creationId="{00000000-0000-0000-0000-000000000000}"/>
          </ac:picMkLst>
        </pc:picChg>
        <pc:picChg chg="del">
          <ac:chgData name="Wonyong Park" userId="d9415017-2acf-4c90-b8cd-5d467cfa0bec" providerId="ADAL" clId="{15B1896F-E2DA-48F7-9BA5-0375DF9F980F}" dt="2024-06-25T22:27:27.048" v="228" actId="478"/>
          <ac:picMkLst>
            <pc:docMk/>
            <pc:sldMk cId="0" sldId="263"/>
            <ac:picMk id="189" creationId="{00000000-0000-0000-0000-000000000000}"/>
          </ac:picMkLst>
        </pc:picChg>
        <pc:picChg chg="del">
          <ac:chgData name="Wonyong Park" userId="d9415017-2acf-4c90-b8cd-5d467cfa0bec" providerId="ADAL" clId="{15B1896F-E2DA-48F7-9BA5-0375DF9F980F}" dt="2024-06-25T22:27:27.048" v="228" actId="478"/>
          <ac:picMkLst>
            <pc:docMk/>
            <pc:sldMk cId="0" sldId="263"/>
            <ac:picMk id="190" creationId="{00000000-0000-0000-0000-000000000000}"/>
          </ac:picMkLst>
        </pc:picChg>
        <pc:picChg chg="del">
          <ac:chgData name="Wonyong Park" userId="d9415017-2acf-4c90-b8cd-5d467cfa0bec" providerId="ADAL" clId="{15B1896F-E2DA-48F7-9BA5-0375DF9F980F}" dt="2024-06-25T22:27:27.048" v="228" actId="478"/>
          <ac:picMkLst>
            <pc:docMk/>
            <pc:sldMk cId="0" sldId="263"/>
            <ac:picMk id="191" creationId="{00000000-0000-0000-0000-000000000000}"/>
          </ac:picMkLst>
        </pc:picChg>
        <pc:picChg chg="del">
          <ac:chgData name="Wonyong Park" userId="d9415017-2acf-4c90-b8cd-5d467cfa0bec" providerId="ADAL" clId="{15B1896F-E2DA-48F7-9BA5-0375DF9F980F}" dt="2024-06-25T22:27:27.048" v="228" actId="478"/>
          <ac:picMkLst>
            <pc:docMk/>
            <pc:sldMk cId="0" sldId="263"/>
            <ac:picMk id="192" creationId="{00000000-0000-0000-0000-000000000000}"/>
          </ac:picMkLst>
        </pc:picChg>
        <pc:picChg chg="del">
          <ac:chgData name="Wonyong Park" userId="d9415017-2acf-4c90-b8cd-5d467cfa0bec" providerId="ADAL" clId="{15B1896F-E2DA-48F7-9BA5-0375DF9F980F}" dt="2024-06-25T22:27:27.048" v="228" actId="478"/>
          <ac:picMkLst>
            <pc:docMk/>
            <pc:sldMk cId="0" sldId="263"/>
            <ac:picMk id="193" creationId="{00000000-0000-0000-0000-000000000000}"/>
          </ac:picMkLst>
        </pc:picChg>
        <pc:picChg chg="del">
          <ac:chgData name="Wonyong Park" userId="d9415017-2acf-4c90-b8cd-5d467cfa0bec" providerId="ADAL" clId="{15B1896F-E2DA-48F7-9BA5-0375DF9F980F}" dt="2024-06-25T22:27:27.048" v="228" actId="478"/>
          <ac:picMkLst>
            <pc:docMk/>
            <pc:sldMk cId="0" sldId="263"/>
            <ac:picMk id="194" creationId="{00000000-0000-0000-0000-000000000000}"/>
          </ac:picMkLst>
        </pc:picChg>
        <pc:picChg chg="del">
          <ac:chgData name="Wonyong Park" userId="d9415017-2acf-4c90-b8cd-5d467cfa0bec" providerId="ADAL" clId="{15B1896F-E2DA-48F7-9BA5-0375DF9F980F}" dt="2024-06-25T22:27:27.048" v="228" actId="478"/>
          <ac:picMkLst>
            <pc:docMk/>
            <pc:sldMk cId="0" sldId="263"/>
            <ac:picMk id="196" creationId="{00000000-0000-0000-0000-000000000000}"/>
          </ac:picMkLst>
        </pc:picChg>
        <pc:picChg chg="del">
          <ac:chgData name="Wonyong Park" userId="d9415017-2acf-4c90-b8cd-5d467cfa0bec" providerId="ADAL" clId="{15B1896F-E2DA-48F7-9BA5-0375DF9F980F}" dt="2024-06-25T22:27:27.048" v="228" actId="478"/>
          <ac:picMkLst>
            <pc:docMk/>
            <pc:sldMk cId="0" sldId="263"/>
            <ac:picMk id="197" creationId="{00000000-0000-0000-0000-000000000000}"/>
          </ac:picMkLst>
        </pc:picChg>
        <pc:picChg chg="del">
          <ac:chgData name="Wonyong Park" userId="d9415017-2acf-4c90-b8cd-5d467cfa0bec" providerId="ADAL" clId="{15B1896F-E2DA-48F7-9BA5-0375DF9F980F}" dt="2024-06-25T22:27:27.048" v="228" actId="478"/>
          <ac:picMkLst>
            <pc:docMk/>
            <pc:sldMk cId="0" sldId="263"/>
            <ac:picMk id="198" creationId="{00000000-0000-0000-0000-000000000000}"/>
          </ac:picMkLst>
        </pc:picChg>
        <pc:picChg chg="del">
          <ac:chgData name="Wonyong Park" userId="d9415017-2acf-4c90-b8cd-5d467cfa0bec" providerId="ADAL" clId="{15B1896F-E2DA-48F7-9BA5-0375DF9F980F}" dt="2024-06-25T22:27:27.048" v="228" actId="478"/>
          <ac:picMkLst>
            <pc:docMk/>
            <pc:sldMk cId="0" sldId="263"/>
            <ac:picMk id="199" creationId="{00000000-0000-0000-0000-000000000000}"/>
          </ac:picMkLst>
        </pc:picChg>
        <pc:picChg chg="del">
          <ac:chgData name="Wonyong Park" userId="d9415017-2acf-4c90-b8cd-5d467cfa0bec" providerId="ADAL" clId="{15B1896F-E2DA-48F7-9BA5-0375DF9F980F}" dt="2024-06-25T22:27:27.048" v="228" actId="478"/>
          <ac:picMkLst>
            <pc:docMk/>
            <pc:sldMk cId="0" sldId="263"/>
            <ac:picMk id="200" creationId="{00000000-0000-0000-0000-000000000000}"/>
          </ac:picMkLst>
        </pc:picChg>
        <pc:picChg chg="del">
          <ac:chgData name="Wonyong Park" userId="d9415017-2acf-4c90-b8cd-5d467cfa0bec" providerId="ADAL" clId="{15B1896F-E2DA-48F7-9BA5-0375DF9F980F}" dt="2024-06-25T22:27:27.048" v="228" actId="478"/>
          <ac:picMkLst>
            <pc:docMk/>
            <pc:sldMk cId="0" sldId="263"/>
            <ac:picMk id="203" creationId="{00000000-0000-0000-0000-000000000000}"/>
          </ac:picMkLst>
        </pc:picChg>
        <pc:picChg chg="del">
          <ac:chgData name="Wonyong Park" userId="d9415017-2acf-4c90-b8cd-5d467cfa0bec" providerId="ADAL" clId="{15B1896F-E2DA-48F7-9BA5-0375DF9F980F}" dt="2024-06-25T22:27:27.048" v="228" actId="478"/>
          <ac:picMkLst>
            <pc:docMk/>
            <pc:sldMk cId="0" sldId="263"/>
            <ac:picMk id="204" creationId="{00000000-0000-0000-0000-000000000000}"/>
          </ac:picMkLst>
        </pc:picChg>
        <pc:picChg chg="del">
          <ac:chgData name="Wonyong Park" userId="d9415017-2acf-4c90-b8cd-5d467cfa0bec" providerId="ADAL" clId="{15B1896F-E2DA-48F7-9BA5-0375DF9F980F}" dt="2024-06-25T22:27:27.048" v="228" actId="478"/>
          <ac:picMkLst>
            <pc:docMk/>
            <pc:sldMk cId="0" sldId="263"/>
            <ac:picMk id="205" creationId="{00000000-0000-0000-0000-000000000000}"/>
          </ac:picMkLst>
        </pc:picChg>
        <pc:picChg chg="del">
          <ac:chgData name="Wonyong Park" userId="d9415017-2acf-4c90-b8cd-5d467cfa0bec" providerId="ADAL" clId="{15B1896F-E2DA-48F7-9BA5-0375DF9F980F}" dt="2024-06-25T22:27:27.048" v="228" actId="478"/>
          <ac:picMkLst>
            <pc:docMk/>
            <pc:sldMk cId="0" sldId="263"/>
            <ac:picMk id="206" creationId="{00000000-0000-0000-0000-000000000000}"/>
          </ac:picMkLst>
        </pc:picChg>
        <pc:picChg chg="del">
          <ac:chgData name="Wonyong Park" userId="d9415017-2acf-4c90-b8cd-5d467cfa0bec" providerId="ADAL" clId="{15B1896F-E2DA-48F7-9BA5-0375DF9F980F}" dt="2024-06-25T22:27:27.048" v="228" actId="478"/>
          <ac:picMkLst>
            <pc:docMk/>
            <pc:sldMk cId="0" sldId="263"/>
            <ac:picMk id="207" creationId="{00000000-0000-0000-0000-000000000000}"/>
          </ac:picMkLst>
        </pc:picChg>
      </pc:sldChg>
      <pc:sldChg chg="addSp delSp modSp mod">
        <pc:chgData name="Wonyong Park" userId="d9415017-2acf-4c90-b8cd-5d467cfa0bec" providerId="ADAL" clId="{15B1896F-E2DA-48F7-9BA5-0375DF9F980F}" dt="2024-06-25T22:35:38.032" v="408" actId="14100"/>
        <pc:sldMkLst>
          <pc:docMk/>
          <pc:sldMk cId="0" sldId="264"/>
        </pc:sldMkLst>
        <pc:spChg chg="add mod">
          <ac:chgData name="Wonyong Park" userId="d9415017-2acf-4c90-b8cd-5d467cfa0bec" providerId="ADAL" clId="{15B1896F-E2DA-48F7-9BA5-0375DF9F980F}" dt="2024-06-25T22:34:18.266" v="332" actId="164"/>
          <ac:spMkLst>
            <pc:docMk/>
            <pc:sldMk cId="0" sldId="264"/>
            <ac:spMk id="4" creationId="{023AEAB8-8A83-10EE-C236-308041C4D640}"/>
          </ac:spMkLst>
        </pc:spChg>
        <pc:spChg chg="add mod">
          <ac:chgData name="Wonyong Park" userId="d9415017-2acf-4c90-b8cd-5d467cfa0bec" providerId="ADAL" clId="{15B1896F-E2DA-48F7-9BA5-0375DF9F980F}" dt="2024-06-25T22:35:38.032" v="408" actId="14100"/>
          <ac:spMkLst>
            <pc:docMk/>
            <pc:sldMk cId="0" sldId="264"/>
            <ac:spMk id="6" creationId="{B5191AF4-66D2-DA80-9D36-A4109D0D9E6F}"/>
          </ac:spMkLst>
        </pc:spChg>
        <pc:spChg chg="add mod">
          <ac:chgData name="Wonyong Park" userId="d9415017-2acf-4c90-b8cd-5d467cfa0bec" providerId="ADAL" clId="{15B1896F-E2DA-48F7-9BA5-0375DF9F980F}" dt="2024-06-25T22:34:59.129" v="403" actId="208"/>
          <ac:spMkLst>
            <pc:docMk/>
            <pc:sldMk cId="0" sldId="264"/>
            <ac:spMk id="7" creationId="{6A8E0B10-B69E-D427-58C7-0628557F69E2}"/>
          </ac:spMkLst>
        </pc:spChg>
        <pc:spChg chg="mod">
          <ac:chgData name="Wonyong Park" userId="d9415017-2acf-4c90-b8cd-5d467cfa0bec" providerId="ADAL" clId="{15B1896F-E2DA-48F7-9BA5-0375DF9F980F}" dt="2024-06-25T22:34:16.368" v="331" actId="1076"/>
          <ac:spMkLst>
            <pc:docMk/>
            <pc:sldMk cId="0" sldId="264"/>
            <ac:spMk id="218" creationId="{00000000-0000-0000-0000-000000000000}"/>
          </ac:spMkLst>
        </pc:spChg>
        <pc:spChg chg="mod">
          <ac:chgData name="Wonyong Park" userId="d9415017-2acf-4c90-b8cd-5d467cfa0bec" providerId="ADAL" clId="{15B1896F-E2DA-48F7-9BA5-0375DF9F980F}" dt="2024-06-25T22:32:53.611" v="294" actId="20577"/>
          <ac:spMkLst>
            <pc:docMk/>
            <pc:sldMk cId="0" sldId="264"/>
            <ac:spMk id="219" creationId="{00000000-0000-0000-0000-000000000000}"/>
          </ac:spMkLst>
        </pc:spChg>
        <pc:spChg chg="del">
          <ac:chgData name="Wonyong Park" userId="d9415017-2acf-4c90-b8cd-5d467cfa0bec" providerId="ADAL" clId="{15B1896F-E2DA-48F7-9BA5-0375DF9F980F}" dt="2024-06-25T22:30:30.646" v="280" actId="478"/>
          <ac:spMkLst>
            <pc:docMk/>
            <pc:sldMk cId="0" sldId="264"/>
            <ac:spMk id="230" creationId="{00000000-0000-0000-0000-000000000000}"/>
          </ac:spMkLst>
        </pc:spChg>
        <pc:spChg chg="del">
          <ac:chgData name="Wonyong Park" userId="d9415017-2acf-4c90-b8cd-5d467cfa0bec" providerId="ADAL" clId="{15B1896F-E2DA-48F7-9BA5-0375DF9F980F}" dt="2024-06-25T22:30:30.646" v="280" actId="478"/>
          <ac:spMkLst>
            <pc:docMk/>
            <pc:sldMk cId="0" sldId="264"/>
            <ac:spMk id="231" creationId="{00000000-0000-0000-0000-000000000000}"/>
          </ac:spMkLst>
        </pc:spChg>
        <pc:spChg chg="del">
          <ac:chgData name="Wonyong Park" userId="d9415017-2acf-4c90-b8cd-5d467cfa0bec" providerId="ADAL" clId="{15B1896F-E2DA-48F7-9BA5-0375DF9F980F}" dt="2024-06-25T22:30:30.646" v="280" actId="478"/>
          <ac:spMkLst>
            <pc:docMk/>
            <pc:sldMk cId="0" sldId="264"/>
            <ac:spMk id="232" creationId="{00000000-0000-0000-0000-000000000000}"/>
          </ac:spMkLst>
        </pc:spChg>
        <pc:grpChg chg="add mod">
          <ac:chgData name="Wonyong Park" userId="d9415017-2acf-4c90-b8cd-5d467cfa0bec" providerId="ADAL" clId="{15B1896F-E2DA-48F7-9BA5-0375DF9F980F}" dt="2024-06-25T22:34:18.266" v="332" actId="164"/>
          <ac:grpSpMkLst>
            <pc:docMk/>
            <pc:sldMk cId="0" sldId="264"/>
            <ac:grpSpMk id="5" creationId="{AADB97FE-B51C-F2A9-CC41-D85C2D403337}"/>
          </ac:grpSpMkLst>
        </pc:grpChg>
        <pc:picChg chg="add mod">
          <ac:chgData name="Wonyong Park" userId="d9415017-2acf-4c90-b8cd-5d467cfa0bec" providerId="ADAL" clId="{15B1896F-E2DA-48F7-9BA5-0375DF9F980F}" dt="2024-06-25T22:34:18.266" v="332" actId="164"/>
          <ac:picMkLst>
            <pc:docMk/>
            <pc:sldMk cId="0" sldId="264"/>
            <ac:picMk id="3" creationId="{E8286D6D-397B-69CD-F956-C983FE6E67A6}"/>
          </ac:picMkLst>
        </pc:picChg>
        <pc:picChg chg="del">
          <ac:chgData name="Wonyong Park" userId="d9415017-2acf-4c90-b8cd-5d467cfa0bec" providerId="ADAL" clId="{15B1896F-E2DA-48F7-9BA5-0375DF9F980F}" dt="2024-06-25T22:30:30.646" v="280" actId="478"/>
          <ac:picMkLst>
            <pc:docMk/>
            <pc:sldMk cId="0" sldId="264"/>
            <ac:picMk id="220" creationId="{00000000-0000-0000-0000-000000000000}"/>
          </ac:picMkLst>
        </pc:picChg>
        <pc:picChg chg="del">
          <ac:chgData name="Wonyong Park" userId="d9415017-2acf-4c90-b8cd-5d467cfa0bec" providerId="ADAL" clId="{15B1896F-E2DA-48F7-9BA5-0375DF9F980F}" dt="2024-06-25T22:30:30.646" v="280" actId="478"/>
          <ac:picMkLst>
            <pc:docMk/>
            <pc:sldMk cId="0" sldId="264"/>
            <ac:picMk id="221" creationId="{00000000-0000-0000-0000-000000000000}"/>
          </ac:picMkLst>
        </pc:picChg>
        <pc:picChg chg="del">
          <ac:chgData name="Wonyong Park" userId="d9415017-2acf-4c90-b8cd-5d467cfa0bec" providerId="ADAL" clId="{15B1896F-E2DA-48F7-9BA5-0375DF9F980F}" dt="2024-06-25T22:30:30.646" v="280" actId="478"/>
          <ac:picMkLst>
            <pc:docMk/>
            <pc:sldMk cId="0" sldId="264"/>
            <ac:picMk id="222" creationId="{00000000-0000-0000-0000-000000000000}"/>
          </ac:picMkLst>
        </pc:picChg>
        <pc:picChg chg="del">
          <ac:chgData name="Wonyong Park" userId="d9415017-2acf-4c90-b8cd-5d467cfa0bec" providerId="ADAL" clId="{15B1896F-E2DA-48F7-9BA5-0375DF9F980F}" dt="2024-06-25T22:30:30.646" v="280" actId="478"/>
          <ac:picMkLst>
            <pc:docMk/>
            <pc:sldMk cId="0" sldId="264"/>
            <ac:picMk id="223" creationId="{00000000-0000-0000-0000-000000000000}"/>
          </ac:picMkLst>
        </pc:picChg>
        <pc:picChg chg="del">
          <ac:chgData name="Wonyong Park" userId="d9415017-2acf-4c90-b8cd-5d467cfa0bec" providerId="ADAL" clId="{15B1896F-E2DA-48F7-9BA5-0375DF9F980F}" dt="2024-06-25T22:30:30.646" v="280" actId="478"/>
          <ac:picMkLst>
            <pc:docMk/>
            <pc:sldMk cId="0" sldId="264"/>
            <ac:picMk id="224" creationId="{00000000-0000-0000-0000-000000000000}"/>
          </ac:picMkLst>
        </pc:picChg>
        <pc:picChg chg="del">
          <ac:chgData name="Wonyong Park" userId="d9415017-2acf-4c90-b8cd-5d467cfa0bec" providerId="ADAL" clId="{15B1896F-E2DA-48F7-9BA5-0375DF9F980F}" dt="2024-06-25T22:30:30.646" v="280" actId="478"/>
          <ac:picMkLst>
            <pc:docMk/>
            <pc:sldMk cId="0" sldId="264"/>
            <ac:picMk id="225" creationId="{00000000-0000-0000-0000-000000000000}"/>
          </ac:picMkLst>
        </pc:picChg>
        <pc:picChg chg="del">
          <ac:chgData name="Wonyong Park" userId="d9415017-2acf-4c90-b8cd-5d467cfa0bec" providerId="ADAL" clId="{15B1896F-E2DA-48F7-9BA5-0375DF9F980F}" dt="2024-06-25T22:30:30.646" v="280" actId="478"/>
          <ac:picMkLst>
            <pc:docMk/>
            <pc:sldMk cId="0" sldId="264"/>
            <ac:picMk id="226" creationId="{00000000-0000-0000-0000-000000000000}"/>
          </ac:picMkLst>
        </pc:picChg>
        <pc:picChg chg="del">
          <ac:chgData name="Wonyong Park" userId="d9415017-2acf-4c90-b8cd-5d467cfa0bec" providerId="ADAL" clId="{15B1896F-E2DA-48F7-9BA5-0375DF9F980F}" dt="2024-06-25T22:30:30.646" v="280" actId="478"/>
          <ac:picMkLst>
            <pc:docMk/>
            <pc:sldMk cId="0" sldId="264"/>
            <ac:picMk id="227" creationId="{00000000-0000-0000-0000-000000000000}"/>
          </ac:picMkLst>
        </pc:picChg>
        <pc:picChg chg="del">
          <ac:chgData name="Wonyong Park" userId="d9415017-2acf-4c90-b8cd-5d467cfa0bec" providerId="ADAL" clId="{15B1896F-E2DA-48F7-9BA5-0375DF9F980F}" dt="2024-06-25T22:30:30.646" v="280" actId="478"/>
          <ac:picMkLst>
            <pc:docMk/>
            <pc:sldMk cId="0" sldId="264"/>
            <ac:picMk id="228" creationId="{00000000-0000-0000-0000-000000000000}"/>
          </ac:picMkLst>
        </pc:picChg>
        <pc:picChg chg="del">
          <ac:chgData name="Wonyong Park" userId="d9415017-2acf-4c90-b8cd-5d467cfa0bec" providerId="ADAL" clId="{15B1896F-E2DA-48F7-9BA5-0375DF9F980F}" dt="2024-06-25T22:30:30.646" v="280" actId="478"/>
          <ac:picMkLst>
            <pc:docMk/>
            <pc:sldMk cId="0" sldId="264"/>
            <ac:picMk id="229" creationId="{00000000-0000-0000-0000-000000000000}"/>
          </ac:picMkLst>
        </pc:picChg>
        <pc:cxnChg chg="add mod">
          <ac:chgData name="Wonyong Park" userId="d9415017-2acf-4c90-b8cd-5d467cfa0bec" providerId="ADAL" clId="{15B1896F-E2DA-48F7-9BA5-0375DF9F980F}" dt="2024-06-25T22:35:12.492" v="406" actId="1582"/>
          <ac:cxnSpMkLst>
            <pc:docMk/>
            <pc:sldMk cId="0" sldId="264"/>
            <ac:cxnSpMk id="9" creationId="{23E9A449-0407-E267-355F-26225A9FA538}"/>
          </ac:cxnSpMkLst>
        </pc:cxnChg>
      </pc:sldChg>
      <pc:sldChg chg="modSp mod">
        <pc:chgData name="Wonyong Park" userId="d9415017-2acf-4c90-b8cd-5d467cfa0bec" providerId="ADAL" clId="{15B1896F-E2DA-48F7-9BA5-0375DF9F980F}" dt="2024-06-25T22:43:31.745" v="631" actId="1076"/>
        <pc:sldMkLst>
          <pc:docMk/>
          <pc:sldMk cId="0" sldId="266"/>
        </pc:sldMkLst>
        <pc:spChg chg="mod">
          <ac:chgData name="Wonyong Park" userId="d9415017-2acf-4c90-b8cd-5d467cfa0bec" providerId="ADAL" clId="{15B1896F-E2DA-48F7-9BA5-0375DF9F980F}" dt="2024-06-25T22:43:31.745" v="631" actId="1076"/>
          <ac:spMkLst>
            <pc:docMk/>
            <pc:sldMk cId="0" sldId="266"/>
            <ac:spMk id="243" creationId="{00000000-0000-0000-0000-000000000000}"/>
          </ac:spMkLst>
        </pc:spChg>
        <pc:spChg chg="mod">
          <ac:chgData name="Wonyong Park" userId="d9415017-2acf-4c90-b8cd-5d467cfa0bec" providerId="ADAL" clId="{15B1896F-E2DA-48F7-9BA5-0375DF9F980F}" dt="2024-06-25T22:43:31.745" v="631" actId="1076"/>
          <ac:spMkLst>
            <pc:docMk/>
            <pc:sldMk cId="0" sldId="266"/>
            <ac:spMk id="244" creationId="{00000000-0000-0000-0000-000000000000}"/>
          </ac:spMkLst>
        </pc:spChg>
      </pc:sldChg>
      <pc:sldChg chg="modSp mod">
        <pc:chgData name="Wonyong Park" userId="d9415017-2acf-4c90-b8cd-5d467cfa0bec" providerId="ADAL" clId="{15B1896F-E2DA-48F7-9BA5-0375DF9F980F}" dt="2024-06-25T23:21:56.623" v="660" actId="20577"/>
        <pc:sldMkLst>
          <pc:docMk/>
          <pc:sldMk cId="0" sldId="267"/>
        </pc:sldMkLst>
        <pc:spChg chg="mod">
          <ac:chgData name="Wonyong Park" userId="d9415017-2acf-4c90-b8cd-5d467cfa0bec" providerId="ADAL" clId="{15B1896F-E2DA-48F7-9BA5-0375DF9F980F}" dt="2024-06-25T23:21:56.623" v="660" actId="20577"/>
          <ac:spMkLst>
            <pc:docMk/>
            <pc:sldMk cId="0" sldId="267"/>
            <ac:spMk id="2" creationId="{773B4580-9AFF-4C9F-B523-D788118ECCA3}"/>
          </ac:spMkLst>
        </pc:spChg>
      </pc:sldChg>
      <pc:sldChg chg="addSp delSp modSp new mod">
        <pc:chgData name="Wonyong Park" userId="d9415017-2acf-4c90-b8cd-5d467cfa0bec" providerId="ADAL" clId="{15B1896F-E2DA-48F7-9BA5-0375DF9F980F}" dt="2024-06-25T22:25:41.753" v="185" actId="1076"/>
        <pc:sldMkLst>
          <pc:docMk/>
          <pc:sldMk cId="1321007585" sldId="270"/>
        </pc:sldMkLst>
        <pc:spChg chg="del">
          <ac:chgData name="Wonyong Park" userId="d9415017-2acf-4c90-b8cd-5d467cfa0bec" providerId="ADAL" clId="{15B1896F-E2DA-48F7-9BA5-0375DF9F980F}" dt="2024-06-25T22:18:28.068" v="8" actId="478"/>
          <ac:spMkLst>
            <pc:docMk/>
            <pc:sldMk cId="1321007585" sldId="270"/>
            <ac:spMk id="2" creationId="{A6B79A1E-C56E-5F57-1F71-5E8EDACEC283}"/>
          </ac:spMkLst>
        </pc:spChg>
        <pc:spChg chg="del">
          <ac:chgData name="Wonyong Park" userId="d9415017-2acf-4c90-b8cd-5d467cfa0bec" providerId="ADAL" clId="{15B1896F-E2DA-48F7-9BA5-0375DF9F980F}" dt="2024-06-25T22:18:28.068" v="8" actId="478"/>
          <ac:spMkLst>
            <pc:docMk/>
            <pc:sldMk cId="1321007585" sldId="270"/>
            <ac:spMk id="3" creationId="{CE421F6A-4A87-C1F1-C7F1-256D63DC9BBE}"/>
          </ac:spMkLst>
        </pc:spChg>
        <pc:spChg chg="add mod">
          <ac:chgData name="Wonyong Park" userId="d9415017-2acf-4c90-b8cd-5d467cfa0bec" providerId="ADAL" clId="{15B1896F-E2DA-48F7-9BA5-0375DF9F980F}" dt="2024-06-25T22:25:38.811" v="184" actId="14100"/>
          <ac:spMkLst>
            <pc:docMk/>
            <pc:sldMk cId="1321007585" sldId="270"/>
            <ac:spMk id="5" creationId="{1AF93CE0-350A-2909-0FF5-8FE902F95E12}"/>
          </ac:spMkLst>
        </pc:spChg>
        <pc:spChg chg="add mod">
          <ac:chgData name="Wonyong Park" userId="d9415017-2acf-4c90-b8cd-5d467cfa0bec" providerId="ADAL" clId="{15B1896F-E2DA-48F7-9BA5-0375DF9F980F}" dt="2024-06-25T22:25:38.811" v="184" actId="14100"/>
          <ac:spMkLst>
            <pc:docMk/>
            <pc:sldMk cId="1321007585" sldId="270"/>
            <ac:spMk id="6" creationId="{FACA5EFE-DBF3-9707-03F1-DE39C0E3803D}"/>
          </ac:spMkLst>
        </pc:spChg>
        <pc:spChg chg="add mod">
          <ac:chgData name="Wonyong Park" userId="d9415017-2acf-4c90-b8cd-5d467cfa0bec" providerId="ADAL" clId="{15B1896F-E2DA-48F7-9BA5-0375DF9F980F}" dt="2024-06-25T22:25:41.753" v="185" actId="1076"/>
          <ac:spMkLst>
            <pc:docMk/>
            <pc:sldMk cId="1321007585" sldId="270"/>
            <ac:spMk id="7" creationId="{64A5AB55-1F15-7BC7-E511-01932E3533F2}"/>
          </ac:spMkLst>
        </pc:spChg>
        <pc:spChg chg="add del">
          <ac:chgData name="Wonyong Park" userId="d9415017-2acf-4c90-b8cd-5d467cfa0bec" providerId="ADAL" clId="{15B1896F-E2DA-48F7-9BA5-0375DF9F980F}" dt="2024-06-25T22:22:39.761" v="143" actId="11529"/>
          <ac:spMkLst>
            <pc:docMk/>
            <pc:sldMk cId="1321007585" sldId="270"/>
            <ac:spMk id="10" creationId="{952A34AB-EF32-E400-D787-C41526575B80}"/>
          </ac:spMkLst>
        </pc:spChg>
        <pc:spChg chg="add mod">
          <ac:chgData name="Wonyong Park" userId="d9415017-2acf-4c90-b8cd-5d467cfa0bec" providerId="ADAL" clId="{15B1896F-E2DA-48F7-9BA5-0375DF9F980F}" dt="2024-06-25T22:24:37.659" v="180" actId="1076"/>
          <ac:spMkLst>
            <pc:docMk/>
            <pc:sldMk cId="1321007585" sldId="270"/>
            <ac:spMk id="11" creationId="{106887D0-95CF-2BC0-5D29-2A44DB05E123}"/>
          </ac:spMkLst>
        </pc:spChg>
        <pc:spChg chg="add mod">
          <ac:chgData name="Wonyong Park" userId="d9415017-2acf-4c90-b8cd-5d467cfa0bec" providerId="ADAL" clId="{15B1896F-E2DA-48F7-9BA5-0375DF9F980F}" dt="2024-06-25T22:24:37.659" v="180" actId="1076"/>
          <ac:spMkLst>
            <pc:docMk/>
            <pc:sldMk cId="1321007585" sldId="270"/>
            <ac:spMk id="12" creationId="{77F01B05-01BB-70B4-0E64-ED2FF4BA0FCE}"/>
          </ac:spMkLst>
        </pc:spChg>
        <pc:picChg chg="add mod">
          <ac:chgData name="Wonyong Park" userId="d9415017-2acf-4c90-b8cd-5d467cfa0bec" providerId="ADAL" clId="{15B1896F-E2DA-48F7-9BA5-0375DF9F980F}" dt="2024-06-25T22:24:37.659" v="180" actId="1076"/>
          <ac:picMkLst>
            <pc:docMk/>
            <pc:sldMk cId="1321007585" sldId="270"/>
            <ac:picMk id="4" creationId="{E9551665-2512-8140-54ED-730FFA56F157}"/>
          </ac:picMkLst>
        </pc:picChg>
        <pc:picChg chg="add del mod">
          <ac:chgData name="Wonyong Park" userId="d9415017-2acf-4c90-b8cd-5d467cfa0bec" providerId="ADAL" clId="{15B1896F-E2DA-48F7-9BA5-0375DF9F980F}" dt="2024-06-25T22:21:10.894" v="118" actId="478"/>
          <ac:picMkLst>
            <pc:docMk/>
            <pc:sldMk cId="1321007585" sldId="270"/>
            <ac:picMk id="8" creationId="{AD472581-3EC5-F33F-FAC8-461A49EB1558}"/>
          </ac:picMkLst>
        </pc:picChg>
        <pc:picChg chg="add mod">
          <ac:chgData name="Wonyong Park" userId="d9415017-2acf-4c90-b8cd-5d467cfa0bec" providerId="ADAL" clId="{15B1896F-E2DA-48F7-9BA5-0375DF9F980F}" dt="2024-06-25T22:24:37.659" v="180" actId="1076"/>
          <ac:picMkLst>
            <pc:docMk/>
            <pc:sldMk cId="1321007585" sldId="270"/>
            <ac:picMk id="9" creationId="{E0EDDF1D-3C56-63D9-F6C8-6E8FE883508B}"/>
          </ac:picMkLst>
        </pc:picChg>
        <pc:picChg chg="add del mod">
          <ac:chgData name="Wonyong Park" userId="d9415017-2acf-4c90-b8cd-5d467cfa0bec" providerId="ADAL" clId="{15B1896F-E2DA-48F7-9BA5-0375DF9F980F}" dt="2024-06-25T22:21:11.692" v="119" actId="478"/>
          <ac:picMkLst>
            <pc:docMk/>
            <pc:sldMk cId="1321007585" sldId="270"/>
            <ac:picMk id="1026" creationId="{C48E384F-B4DE-5B63-FAE9-2247FB3863E0}"/>
          </ac:picMkLst>
        </pc:picChg>
        <pc:picChg chg="add del">
          <ac:chgData name="Wonyong Park" userId="d9415017-2acf-4c90-b8cd-5d467cfa0bec" providerId="ADAL" clId="{15B1896F-E2DA-48F7-9BA5-0375DF9F980F}" dt="2024-06-25T22:21:27.641" v="121"/>
          <ac:picMkLst>
            <pc:docMk/>
            <pc:sldMk cId="1321007585" sldId="270"/>
            <ac:picMk id="1028" creationId="{34CD92E8-6485-2053-E175-070DB552B227}"/>
          </ac:picMkLst>
        </pc:picChg>
        <pc:picChg chg="add del">
          <ac:chgData name="Wonyong Park" userId="d9415017-2acf-4c90-b8cd-5d467cfa0bec" providerId="ADAL" clId="{15B1896F-E2DA-48F7-9BA5-0375DF9F980F}" dt="2024-06-25T22:21:35.944" v="123"/>
          <ac:picMkLst>
            <pc:docMk/>
            <pc:sldMk cId="1321007585" sldId="270"/>
            <ac:picMk id="1030" creationId="{567B71F4-7888-AAFF-DAD3-5F44FDD1A3C7}"/>
          </ac:picMkLst>
        </pc:picChg>
        <pc:picChg chg="add del">
          <ac:chgData name="Wonyong Park" userId="d9415017-2acf-4c90-b8cd-5d467cfa0bec" providerId="ADAL" clId="{15B1896F-E2DA-48F7-9BA5-0375DF9F980F}" dt="2024-06-25T22:21:40.177" v="125"/>
          <ac:picMkLst>
            <pc:docMk/>
            <pc:sldMk cId="1321007585" sldId="270"/>
            <ac:picMk id="1032" creationId="{D22F761D-3D03-A77F-57D4-9A515EFFE013}"/>
          </ac:picMkLst>
        </pc:picChg>
        <pc:picChg chg="add mod">
          <ac:chgData name="Wonyong Park" userId="d9415017-2acf-4c90-b8cd-5d467cfa0bec" providerId="ADAL" clId="{15B1896F-E2DA-48F7-9BA5-0375DF9F980F}" dt="2024-06-25T22:24:37.659" v="180" actId="1076"/>
          <ac:picMkLst>
            <pc:docMk/>
            <pc:sldMk cId="1321007585" sldId="270"/>
            <ac:picMk id="1034" creationId="{43B893D6-C055-50C3-92B3-DB8E46044631}"/>
          </ac:picMkLst>
        </pc:picChg>
      </pc:sldChg>
      <pc:sldChg chg="new del">
        <pc:chgData name="Wonyong Park" userId="d9415017-2acf-4c90-b8cd-5d467cfa0bec" providerId="ADAL" clId="{15B1896F-E2DA-48F7-9BA5-0375DF9F980F}" dt="2024-06-25T22:29:37.894" v="269" actId="47"/>
        <pc:sldMkLst>
          <pc:docMk/>
          <pc:sldMk cId="2457252591" sldId="271"/>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6" name="Google Shape;126;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g2562ea1fa10_0_9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9" name="Google Shape;139;g2562ea1fa10_0_9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g2562ea1fa10_0_9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2" name="Google Shape;152;g2562ea1fa10_0_9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6"/>
        <p:cNvGrpSpPr/>
        <p:nvPr/>
      </p:nvGrpSpPr>
      <p:grpSpPr>
        <a:xfrm>
          <a:off x="0" y="0"/>
          <a:ext cx="0" cy="0"/>
          <a:chOff x="0" y="0"/>
          <a:chExt cx="0" cy="0"/>
        </a:xfrm>
      </p:grpSpPr>
      <p:sp>
        <p:nvSpPr>
          <p:cNvPr id="157" name="Google Shape;157;g2562ea1fa10_0_9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8" name="Google Shape;158;g2562ea1fa10_0_9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
        <p:cNvGrpSpPr/>
        <p:nvPr/>
      </p:nvGrpSpPr>
      <p:grpSpPr>
        <a:xfrm>
          <a:off x="0" y="0"/>
          <a:ext cx="0" cy="0"/>
          <a:chOff x="0" y="0"/>
          <a:chExt cx="0" cy="0"/>
        </a:xfrm>
      </p:grpSpPr>
      <p:sp>
        <p:nvSpPr>
          <p:cNvPr id="181" name="Google Shape;181;g2562ea1fa10_1_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2" name="Google Shape;182;g2562ea1fa10_1_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4"/>
        <p:cNvGrpSpPr/>
        <p:nvPr/>
      </p:nvGrpSpPr>
      <p:grpSpPr>
        <a:xfrm>
          <a:off x="0" y="0"/>
          <a:ext cx="0" cy="0"/>
          <a:chOff x="0" y="0"/>
          <a:chExt cx="0" cy="0"/>
        </a:xfrm>
      </p:grpSpPr>
      <p:sp>
        <p:nvSpPr>
          <p:cNvPr id="215" name="Google Shape;215;g2562ea1fa10_1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6" name="Google Shape;216;g2562ea1fa10_1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
        <p:cNvGrpSpPr/>
        <p:nvPr/>
      </p:nvGrpSpPr>
      <p:grpSpPr>
        <a:xfrm>
          <a:off x="0" y="0"/>
          <a:ext cx="0" cy="0"/>
          <a:chOff x="0" y="0"/>
          <a:chExt cx="0" cy="0"/>
        </a:xfrm>
      </p:grpSpPr>
      <p:sp>
        <p:nvSpPr>
          <p:cNvPr id="240" name="Google Shape;240;g2562ea1fa10_1_7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1" name="Google Shape;241;g2562ea1fa10_1_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5"/>
        <p:cNvGrpSpPr/>
        <p:nvPr/>
      </p:nvGrpSpPr>
      <p:grpSpPr>
        <a:xfrm>
          <a:off x="0" y="0"/>
          <a:ext cx="0" cy="0"/>
          <a:chOff x="0" y="0"/>
          <a:chExt cx="0" cy="0"/>
        </a:xfrm>
      </p:grpSpPr>
      <p:sp>
        <p:nvSpPr>
          <p:cNvPr id="246" name="Google Shape;246;g2562ea1fa10_0_9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7" name="Google Shape;247;g2562ea1fa10_0_9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1"/>
        <p:cNvGrpSpPr/>
        <p:nvPr/>
      </p:nvGrpSpPr>
      <p:grpSpPr>
        <a:xfrm>
          <a:off x="0" y="0"/>
          <a:ext cx="0" cy="0"/>
          <a:chOff x="0" y="0"/>
          <a:chExt cx="0" cy="0"/>
        </a:xfrm>
      </p:grpSpPr>
      <p:sp>
        <p:nvSpPr>
          <p:cNvPr id="252" name="Google Shape;252;g2562ea1fa10_0_9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3" name="Google Shape;253;g2562ea1fa10_0_9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matchingName="Title slide" type="title">
  <p:cSld name="TITLE">
    <p:spTree>
      <p:nvGrpSpPr>
        <p:cNvPr id="1" name="Shape 9"/>
        <p:cNvGrpSpPr/>
        <p:nvPr/>
      </p:nvGrpSpPr>
      <p:grpSpPr>
        <a:xfrm>
          <a:off x="0" y="0"/>
          <a:ext cx="0" cy="0"/>
          <a:chOff x="0" y="0"/>
          <a:chExt cx="0" cy="0"/>
        </a:xfrm>
      </p:grpSpPr>
      <p:sp>
        <p:nvSpPr>
          <p:cNvPr id="10" name="Google Shape;10;p2"/>
          <p:cNvSpPr/>
          <p:nvPr/>
        </p:nvSpPr>
        <p:spPr>
          <a:xfrm>
            <a:off x="31" y="2824500"/>
            <a:ext cx="7370400" cy="2319000"/>
          </a:xfrm>
          <a:prstGeom prst="rtTriangle">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1;p2"/>
          <p:cNvSpPr/>
          <p:nvPr/>
        </p:nvSpPr>
        <p:spPr>
          <a:xfrm flipH="1">
            <a:off x="3582600" y="1550700"/>
            <a:ext cx="5561400" cy="3592800"/>
          </a:xfrm>
          <a:prstGeom prst="rtTriangl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p2"/>
          <p:cNvSpPr/>
          <p:nvPr/>
        </p:nvSpPr>
        <p:spPr>
          <a:xfrm rot="10800000">
            <a:off x="5058905" y="0"/>
            <a:ext cx="4085100" cy="2052600"/>
          </a:xfrm>
          <a:prstGeom prst="rtTriangl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a:off x="203275" y="206250"/>
            <a:ext cx="8737500" cy="4731000"/>
          </a:xfrm>
          <a:prstGeom prst="rect">
            <a:avLst/>
          </a:prstGeom>
          <a:solidFill>
            <a:schemeClr val="dk1"/>
          </a:solidFill>
          <a:ln>
            <a:noFill/>
          </a:ln>
          <a:effectLst>
            <a:outerShdw blurRad="228600" sx="101000" sy="101000" algn="ctr" rotWithShape="0">
              <a:srgbClr val="000000">
                <a:alpha val="4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4" name="Google Shape;14;p2"/>
          <p:cNvGrpSpPr/>
          <p:nvPr/>
        </p:nvGrpSpPr>
        <p:grpSpPr>
          <a:xfrm>
            <a:off x="255200" y="592"/>
            <a:ext cx="2250363" cy="1044300"/>
            <a:chOff x="255200" y="592"/>
            <a:chExt cx="2250363" cy="1044300"/>
          </a:xfrm>
        </p:grpSpPr>
        <p:sp>
          <p:nvSpPr>
            <p:cNvPr id="15" name="Google Shape;15;p2"/>
            <p:cNvSpPr/>
            <p:nvPr/>
          </p:nvSpPr>
          <p:spPr>
            <a:xfrm>
              <a:off x="764063" y="592"/>
              <a:ext cx="1741500" cy="1044300"/>
            </a:xfrm>
            <a:prstGeom prst="parallelogram">
              <a:avLst>
                <a:gd name="adj" fmla="val 153193"/>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6;p2"/>
            <p:cNvSpPr/>
            <p:nvPr/>
          </p:nvSpPr>
          <p:spPr>
            <a:xfrm>
              <a:off x="509632" y="592"/>
              <a:ext cx="1741500" cy="1044300"/>
            </a:xfrm>
            <a:prstGeom prst="parallelogram">
              <a:avLst>
                <a:gd name="adj" fmla="val 153193"/>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 name="Google Shape;17;p2"/>
            <p:cNvSpPr/>
            <p:nvPr/>
          </p:nvSpPr>
          <p:spPr>
            <a:xfrm>
              <a:off x="255200" y="592"/>
              <a:ext cx="1741500" cy="1044300"/>
            </a:xfrm>
            <a:prstGeom prst="parallelogram">
              <a:avLst>
                <a:gd name="adj" fmla="val 153193"/>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 name="Google Shape;18;p2"/>
          <p:cNvGrpSpPr/>
          <p:nvPr/>
        </p:nvGrpSpPr>
        <p:grpSpPr>
          <a:xfrm>
            <a:off x="905395" y="592"/>
            <a:ext cx="2250363" cy="1044300"/>
            <a:chOff x="905395" y="592"/>
            <a:chExt cx="2250363" cy="1044300"/>
          </a:xfrm>
        </p:grpSpPr>
        <p:sp>
          <p:nvSpPr>
            <p:cNvPr id="19" name="Google Shape;19;p2"/>
            <p:cNvSpPr/>
            <p:nvPr/>
          </p:nvSpPr>
          <p:spPr>
            <a:xfrm>
              <a:off x="1414258" y="592"/>
              <a:ext cx="1741500" cy="1044300"/>
            </a:xfrm>
            <a:prstGeom prst="parallelogram">
              <a:avLst>
                <a:gd name="adj" fmla="val 153193"/>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 name="Google Shape;20;p2"/>
            <p:cNvSpPr/>
            <p:nvPr/>
          </p:nvSpPr>
          <p:spPr>
            <a:xfrm>
              <a:off x="1159826" y="592"/>
              <a:ext cx="1741500" cy="1044300"/>
            </a:xfrm>
            <a:prstGeom prst="parallelogram">
              <a:avLst>
                <a:gd name="adj" fmla="val 153193"/>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1" name="Google Shape;21;p2"/>
            <p:cNvSpPr/>
            <p:nvPr/>
          </p:nvSpPr>
          <p:spPr>
            <a:xfrm>
              <a:off x="905395" y="592"/>
              <a:ext cx="1741500" cy="1044300"/>
            </a:xfrm>
            <a:prstGeom prst="parallelogram">
              <a:avLst>
                <a:gd name="adj" fmla="val 153193"/>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2" name="Google Shape;22;p2"/>
          <p:cNvGrpSpPr/>
          <p:nvPr/>
        </p:nvGrpSpPr>
        <p:grpSpPr>
          <a:xfrm>
            <a:off x="7057468" y="5088"/>
            <a:ext cx="1851282" cy="752108"/>
            <a:chOff x="6917201" y="0"/>
            <a:chExt cx="2227777" cy="863400"/>
          </a:xfrm>
        </p:grpSpPr>
        <p:sp>
          <p:nvSpPr>
            <p:cNvPr id="23" name="Google Shape;23;p2"/>
            <p:cNvSpPr/>
            <p:nvPr/>
          </p:nvSpPr>
          <p:spPr>
            <a:xfrm>
              <a:off x="7641677" y="0"/>
              <a:ext cx="1503300" cy="863400"/>
            </a:xfrm>
            <a:prstGeom prst="parallelogram">
              <a:avLst>
                <a:gd name="adj" fmla="val 158024"/>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p2"/>
            <p:cNvSpPr/>
            <p:nvPr/>
          </p:nvSpPr>
          <p:spPr>
            <a:xfrm>
              <a:off x="7279439" y="0"/>
              <a:ext cx="1503300" cy="863400"/>
            </a:xfrm>
            <a:prstGeom prst="parallelogram">
              <a:avLst>
                <a:gd name="adj" fmla="val 158024"/>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5;p2"/>
            <p:cNvSpPr/>
            <p:nvPr/>
          </p:nvSpPr>
          <p:spPr>
            <a:xfrm>
              <a:off x="6917201" y="0"/>
              <a:ext cx="1503300" cy="863400"/>
            </a:xfrm>
            <a:prstGeom prst="parallelogram">
              <a:avLst>
                <a:gd name="adj" fmla="val 158024"/>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6" name="Google Shape;26;p2"/>
          <p:cNvGrpSpPr/>
          <p:nvPr/>
        </p:nvGrpSpPr>
        <p:grpSpPr>
          <a:xfrm>
            <a:off x="6553032" y="4217852"/>
            <a:ext cx="2389068" cy="925737"/>
            <a:chOff x="6917201" y="0"/>
            <a:chExt cx="2227777" cy="863400"/>
          </a:xfrm>
        </p:grpSpPr>
        <p:sp>
          <p:nvSpPr>
            <p:cNvPr id="27" name="Google Shape;27;p2"/>
            <p:cNvSpPr/>
            <p:nvPr/>
          </p:nvSpPr>
          <p:spPr>
            <a:xfrm>
              <a:off x="7641677" y="0"/>
              <a:ext cx="1503300" cy="863400"/>
            </a:xfrm>
            <a:prstGeom prst="parallelogram">
              <a:avLst>
                <a:gd name="adj" fmla="val 158024"/>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8;p2"/>
            <p:cNvSpPr/>
            <p:nvPr/>
          </p:nvSpPr>
          <p:spPr>
            <a:xfrm>
              <a:off x="7279439" y="0"/>
              <a:ext cx="1503300" cy="863400"/>
            </a:xfrm>
            <a:prstGeom prst="parallelogram">
              <a:avLst>
                <a:gd name="adj" fmla="val 158024"/>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9;p2"/>
            <p:cNvSpPr/>
            <p:nvPr/>
          </p:nvSpPr>
          <p:spPr>
            <a:xfrm>
              <a:off x="6917201" y="0"/>
              <a:ext cx="1503300" cy="863400"/>
            </a:xfrm>
            <a:prstGeom prst="parallelogram">
              <a:avLst>
                <a:gd name="adj" fmla="val 158024"/>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0" name="Google Shape;30;p2"/>
          <p:cNvGrpSpPr/>
          <p:nvPr/>
        </p:nvGrpSpPr>
        <p:grpSpPr>
          <a:xfrm>
            <a:off x="199149" y="4055652"/>
            <a:ext cx="2795414" cy="1083308"/>
            <a:chOff x="6917201" y="0"/>
            <a:chExt cx="2227777" cy="863400"/>
          </a:xfrm>
        </p:grpSpPr>
        <p:sp>
          <p:nvSpPr>
            <p:cNvPr id="31" name="Google Shape;31;p2"/>
            <p:cNvSpPr/>
            <p:nvPr/>
          </p:nvSpPr>
          <p:spPr>
            <a:xfrm>
              <a:off x="7641677" y="0"/>
              <a:ext cx="1503300" cy="863400"/>
            </a:xfrm>
            <a:prstGeom prst="parallelogram">
              <a:avLst>
                <a:gd name="adj" fmla="val 158024"/>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32;p2"/>
            <p:cNvSpPr/>
            <p:nvPr/>
          </p:nvSpPr>
          <p:spPr>
            <a:xfrm>
              <a:off x="7279439" y="0"/>
              <a:ext cx="1503300" cy="863400"/>
            </a:xfrm>
            <a:prstGeom prst="parallelogram">
              <a:avLst>
                <a:gd name="adj" fmla="val 158024"/>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33;p2"/>
            <p:cNvSpPr/>
            <p:nvPr/>
          </p:nvSpPr>
          <p:spPr>
            <a:xfrm>
              <a:off x="6917201" y="0"/>
              <a:ext cx="1503300" cy="863400"/>
            </a:xfrm>
            <a:prstGeom prst="parallelogram">
              <a:avLst>
                <a:gd name="adj" fmla="val 158024"/>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4" name="Google Shape;34;p2"/>
          <p:cNvSpPr txBox="1">
            <a:spLocks noGrp="1"/>
          </p:cNvSpPr>
          <p:nvPr>
            <p:ph type="ctrTitle"/>
          </p:nvPr>
        </p:nvSpPr>
        <p:spPr>
          <a:xfrm>
            <a:off x="1858703" y="1822833"/>
            <a:ext cx="5361300" cy="14481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800"/>
              <a:buNone/>
              <a:defRPr sz="3800"/>
            </a:lvl1pPr>
            <a:lvl2pPr lvl="1" algn="ctr">
              <a:spcBef>
                <a:spcPts val="0"/>
              </a:spcBef>
              <a:spcAft>
                <a:spcPts val="0"/>
              </a:spcAft>
              <a:buSzPts val="3800"/>
              <a:buNone/>
              <a:defRPr sz="3800"/>
            </a:lvl2pPr>
            <a:lvl3pPr lvl="2" algn="ctr">
              <a:spcBef>
                <a:spcPts val="0"/>
              </a:spcBef>
              <a:spcAft>
                <a:spcPts val="0"/>
              </a:spcAft>
              <a:buSzPts val="3800"/>
              <a:buNone/>
              <a:defRPr sz="3800"/>
            </a:lvl3pPr>
            <a:lvl4pPr lvl="3" algn="ctr">
              <a:spcBef>
                <a:spcPts val="0"/>
              </a:spcBef>
              <a:spcAft>
                <a:spcPts val="0"/>
              </a:spcAft>
              <a:buSzPts val="3800"/>
              <a:buNone/>
              <a:defRPr sz="3800"/>
            </a:lvl4pPr>
            <a:lvl5pPr lvl="4" algn="ctr">
              <a:spcBef>
                <a:spcPts val="0"/>
              </a:spcBef>
              <a:spcAft>
                <a:spcPts val="0"/>
              </a:spcAft>
              <a:buSzPts val="3800"/>
              <a:buNone/>
              <a:defRPr sz="3800"/>
            </a:lvl5pPr>
            <a:lvl6pPr lvl="5" algn="ctr">
              <a:spcBef>
                <a:spcPts val="0"/>
              </a:spcBef>
              <a:spcAft>
                <a:spcPts val="0"/>
              </a:spcAft>
              <a:buSzPts val="3800"/>
              <a:buNone/>
              <a:defRPr sz="3800"/>
            </a:lvl6pPr>
            <a:lvl7pPr lvl="6" algn="ctr">
              <a:spcBef>
                <a:spcPts val="0"/>
              </a:spcBef>
              <a:spcAft>
                <a:spcPts val="0"/>
              </a:spcAft>
              <a:buSzPts val="3800"/>
              <a:buNone/>
              <a:defRPr sz="3800"/>
            </a:lvl7pPr>
            <a:lvl8pPr lvl="7" algn="ctr">
              <a:spcBef>
                <a:spcPts val="0"/>
              </a:spcBef>
              <a:spcAft>
                <a:spcPts val="0"/>
              </a:spcAft>
              <a:buSzPts val="3800"/>
              <a:buNone/>
              <a:defRPr sz="3800"/>
            </a:lvl8pPr>
            <a:lvl9pPr lvl="8" algn="ctr">
              <a:spcBef>
                <a:spcPts val="0"/>
              </a:spcBef>
              <a:spcAft>
                <a:spcPts val="0"/>
              </a:spcAft>
              <a:buSzPts val="3800"/>
              <a:buNone/>
              <a:defRPr sz="3800"/>
            </a:lvl9pPr>
          </a:lstStyle>
          <a:p>
            <a:endParaRPr/>
          </a:p>
        </p:txBody>
      </p:sp>
      <p:sp>
        <p:nvSpPr>
          <p:cNvPr id="35" name="Google Shape;35;p2"/>
          <p:cNvSpPr txBox="1">
            <a:spLocks noGrp="1"/>
          </p:cNvSpPr>
          <p:nvPr>
            <p:ph type="subTitle" idx="1"/>
          </p:nvPr>
        </p:nvSpPr>
        <p:spPr>
          <a:xfrm>
            <a:off x="1858700" y="3413158"/>
            <a:ext cx="5361300" cy="52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Clr>
                <a:schemeClr val="lt1"/>
              </a:buClr>
              <a:buSzPts val="1600"/>
              <a:buNone/>
              <a:defRPr sz="1600">
                <a:solidFill>
                  <a:schemeClr val="lt1"/>
                </a:solidFill>
              </a:defRPr>
            </a:lvl1pPr>
            <a:lvl2pPr lvl="1" algn="ctr">
              <a:lnSpc>
                <a:spcPct val="100000"/>
              </a:lnSpc>
              <a:spcBef>
                <a:spcPts val="0"/>
              </a:spcBef>
              <a:spcAft>
                <a:spcPts val="0"/>
              </a:spcAft>
              <a:buClr>
                <a:schemeClr val="lt1"/>
              </a:buClr>
              <a:buSzPts val="1600"/>
              <a:buNone/>
              <a:defRPr sz="1600">
                <a:solidFill>
                  <a:schemeClr val="lt1"/>
                </a:solidFill>
              </a:defRPr>
            </a:lvl2pPr>
            <a:lvl3pPr lvl="2" algn="ctr">
              <a:lnSpc>
                <a:spcPct val="100000"/>
              </a:lnSpc>
              <a:spcBef>
                <a:spcPts val="0"/>
              </a:spcBef>
              <a:spcAft>
                <a:spcPts val="0"/>
              </a:spcAft>
              <a:buClr>
                <a:schemeClr val="lt1"/>
              </a:buClr>
              <a:buSzPts val="1600"/>
              <a:buNone/>
              <a:defRPr sz="1600">
                <a:solidFill>
                  <a:schemeClr val="lt1"/>
                </a:solidFill>
              </a:defRPr>
            </a:lvl3pPr>
            <a:lvl4pPr lvl="3" algn="ctr">
              <a:lnSpc>
                <a:spcPct val="100000"/>
              </a:lnSpc>
              <a:spcBef>
                <a:spcPts val="0"/>
              </a:spcBef>
              <a:spcAft>
                <a:spcPts val="0"/>
              </a:spcAft>
              <a:buClr>
                <a:schemeClr val="lt1"/>
              </a:buClr>
              <a:buSzPts val="1600"/>
              <a:buNone/>
              <a:defRPr sz="1600">
                <a:solidFill>
                  <a:schemeClr val="lt1"/>
                </a:solidFill>
              </a:defRPr>
            </a:lvl4pPr>
            <a:lvl5pPr lvl="4" algn="ctr">
              <a:lnSpc>
                <a:spcPct val="100000"/>
              </a:lnSpc>
              <a:spcBef>
                <a:spcPts val="0"/>
              </a:spcBef>
              <a:spcAft>
                <a:spcPts val="0"/>
              </a:spcAft>
              <a:buClr>
                <a:schemeClr val="lt1"/>
              </a:buClr>
              <a:buSzPts val="1600"/>
              <a:buNone/>
              <a:defRPr sz="1600">
                <a:solidFill>
                  <a:schemeClr val="lt1"/>
                </a:solidFill>
              </a:defRPr>
            </a:lvl5pPr>
            <a:lvl6pPr lvl="5" algn="ctr">
              <a:lnSpc>
                <a:spcPct val="100000"/>
              </a:lnSpc>
              <a:spcBef>
                <a:spcPts val="0"/>
              </a:spcBef>
              <a:spcAft>
                <a:spcPts val="0"/>
              </a:spcAft>
              <a:buClr>
                <a:schemeClr val="lt1"/>
              </a:buClr>
              <a:buSzPts val="1600"/>
              <a:buNone/>
              <a:defRPr sz="1600">
                <a:solidFill>
                  <a:schemeClr val="lt1"/>
                </a:solidFill>
              </a:defRPr>
            </a:lvl6pPr>
            <a:lvl7pPr lvl="6" algn="ctr">
              <a:lnSpc>
                <a:spcPct val="100000"/>
              </a:lnSpc>
              <a:spcBef>
                <a:spcPts val="0"/>
              </a:spcBef>
              <a:spcAft>
                <a:spcPts val="0"/>
              </a:spcAft>
              <a:buClr>
                <a:schemeClr val="lt1"/>
              </a:buClr>
              <a:buSzPts val="1600"/>
              <a:buNone/>
              <a:defRPr sz="1600">
                <a:solidFill>
                  <a:schemeClr val="lt1"/>
                </a:solidFill>
              </a:defRPr>
            </a:lvl7pPr>
            <a:lvl8pPr lvl="7" algn="ctr">
              <a:lnSpc>
                <a:spcPct val="100000"/>
              </a:lnSpc>
              <a:spcBef>
                <a:spcPts val="0"/>
              </a:spcBef>
              <a:spcAft>
                <a:spcPts val="0"/>
              </a:spcAft>
              <a:buClr>
                <a:schemeClr val="lt1"/>
              </a:buClr>
              <a:buSzPts val="1600"/>
              <a:buNone/>
              <a:defRPr sz="1600">
                <a:solidFill>
                  <a:schemeClr val="lt1"/>
                </a:solidFill>
              </a:defRPr>
            </a:lvl8pPr>
            <a:lvl9pPr lvl="8" algn="ctr">
              <a:lnSpc>
                <a:spcPct val="100000"/>
              </a:lnSpc>
              <a:spcBef>
                <a:spcPts val="0"/>
              </a:spcBef>
              <a:spcAft>
                <a:spcPts val="0"/>
              </a:spcAft>
              <a:buClr>
                <a:schemeClr val="lt1"/>
              </a:buClr>
              <a:buSzPts val="1600"/>
              <a:buNone/>
              <a:defRPr sz="1600">
                <a:solidFill>
                  <a:schemeClr val="lt1"/>
                </a:solidFill>
              </a:defRPr>
            </a:lvl9pPr>
          </a:lstStyle>
          <a:p>
            <a:endParaRPr/>
          </a:p>
        </p:txBody>
      </p:sp>
      <p:sp>
        <p:nvSpPr>
          <p:cNvPr id="36" name="Google Shape;36;p2"/>
          <p:cNvSpPr txBox="1">
            <a:spLocks noGrp="1"/>
          </p:cNvSpPr>
          <p:nvPr>
            <p:ph type="sldNum" idx="12"/>
          </p:nvPr>
        </p:nvSpPr>
        <p:spPr>
          <a:xfrm>
            <a:off x="8390734" y="4543668"/>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matchingName="Section header" type="secHead">
  <p:cSld name="SECTION_HEADER">
    <p:spTree>
      <p:nvGrpSpPr>
        <p:cNvPr id="1" name="Shape 37"/>
        <p:cNvGrpSpPr/>
        <p:nvPr/>
      </p:nvGrpSpPr>
      <p:grpSpPr>
        <a:xfrm>
          <a:off x="0" y="0"/>
          <a:ext cx="0" cy="0"/>
          <a:chOff x="0" y="0"/>
          <a:chExt cx="0" cy="0"/>
        </a:xfrm>
      </p:grpSpPr>
      <p:sp>
        <p:nvSpPr>
          <p:cNvPr id="38" name="Google Shape;38;p3"/>
          <p:cNvSpPr/>
          <p:nvPr/>
        </p:nvSpPr>
        <p:spPr>
          <a:xfrm flipH="1">
            <a:off x="4757100" y="2309400"/>
            <a:ext cx="4386900" cy="2834100"/>
          </a:xfrm>
          <a:prstGeom prst="rtTriangl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9" name="Google Shape;39;p3"/>
          <p:cNvGrpSpPr/>
          <p:nvPr/>
        </p:nvGrpSpPr>
        <p:grpSpPr>
          <a:xfrm>
            <a:off x="5594191" y="3961115"/>
            <a:ext cx="2910145" cy="1182340"/>
            <a:chOff x="6917201" y="0"/>
            <a:chExt cx="2227777" cy="863400"/>
          </a:xfrm>
        </p:grpSpPr>
        <p:sp>
          <p:nvSpPr>
            <p:cNvPr id="40" name="Google Shape;40;p3"/>
            <p:cNvSpPr/>
            <p:nvPr/>
          </p:nvSpPr>
          <p:spPr>
            <a:xfrm>
              <a:off x="7641677" y="0"/>
              <a:ext cx="1503300" cy="863400"/>
            </a:xfrm>
            <a:prstGeom prst="parallelogram">
              <a:avLst>
                <a:gd name="adj" fmla="val 158024"/>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 name="Google Shape;41;p3"/>
            <p:cNvSpPr/>
            <p:nvPr/>
          </p:nvSpPr>
          <p:spPr>
            <a:xfrm>
              <a:off x="7279439" y="0"/>
              <a:ext cx="1503300" cy="863400"/>
            </a:xfrm>
            <a:prstGeom prst="parallelogram">
              <a:avLst>
                <a:gd name="adj" fmla="val 158024"/>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 name="Google Shape;42;p3"/>
            <p:cNvSpPr/>
            <p:nvPr/>
          </p:nvSpPr>
          <p:spPr>
            <a:xfrm>
              <a:off x="6917201" y="0"/>
              <a:ext cx="1503300" cy="863400"/>
            </a:xfrm>
            <a:prstGeom prst="parallelogram">
              <a:avLst>
                <a:gd name="adj" fmla="val 158024"/>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3" name="Google Shape;43;p3"/>
          <p:cNvGrpSpPr/>
          <p:nvPr/>
        </p:nvGrpSpPr>
        <p:grpSpPr>
          <a:xfrm>
            <a:off x="199149" y="2"/>
            <a:ext cx="2795414" cy="1083308"/>
            <a:chOff x="6917201" y="0"/>
            <a:chExt cx="2227777" cy="863400"/>
          </a:xfrm>
        </p:grpSpPr>
        <p:sp>
          <p:nvSpPr>
            <p:cNvPr id="44" name="Google Shape;44;p3"/>
            <p:cNvSpPr/>
            <p:nvPr/>
          </p:nvSpPr>
          <p:spPr>
            <a:xfrm>
              <a:off x="7641677" y="0"/>
              <a:ext cx="1503300" cy="863400"/>
            </a:xfrm>
            <a:prstGeom prst="parallelogram">
              <a:avLst>
                <a:gd name="adj" fmla="val 158024"/>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 name="Google Shape;45;p3"/>
            <p:cNvSpPr/>
            <p:nvPr/>
          </p:nvSpPr>
          <p:spPr>
            <a:xfrm>
              <a:off x="7279439" y="0"/>
              <a:ext cx="1503300" cy="863400"/>
            </a:xfrm>
            <a:prstGeom prst="parallelogram">
              <a:avLst>
                <a:gd name="adj" fmla="val 158024"/>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 name="Google Shape;46;p3"/>
            <p:cNvSpPr/>
            <p:nvPr/>
          </p:nvSpPr>
          <p:spPr>
            <a:xfrm>
              <a:off x="6917201" y="0"/>
              <a:ext cx="1503300" cy="863400"/>
            </a:xfrm>
            <a:prstGeom prst="parallelogram">
              <a:avLst>
                <a:gd name="adj" fmla="val 158024"/>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7" name="Google Shape;47;p3"/>
          <p:cNvSpPr txBox="1">
            <a:spLocks noGrp="1"/>
          </p:cNvSpPr>
          <p:nvPr>
            <p:ph type="title"/>
          </p:nvPr>
        </p:nvSpPr>
        <p:spPr>
          <a:xfrm>
            <a:off x="1888684" y="1746100"/>
            <a:ext cx="5377500" cy="1646100"/>
          </a:xfrm>
          <a:prstGeom prst="rect">
            <a:avLst/>
          </a:prstGeom>
        </p:spPr>
        <p:txBody>
          <a:bodyPr spcFirstLastPara="1" wrap="square" lIns="91425" tIns="91425" rIns="91425" bIns="91425" anchor="ctr" anchorCtr="0">
            <a:normAutofit/>
          </a:bodyPr>
          <a:lstStyle>
            <a:lvl1pPr lvl="0" algn="ctr">
              <a:spcBef>
                <a:spcPts val="0"/>
              </a:spcBef>
              <a:spcAft>
                <a:spcPts val="0"/>
              </a:spcAft>
              <a:buClr>
                <a:schemeClr val="dk2"/>
              </a:buClr>
              <a:buSzPts val="3200"/>
              <a:buNone/>
              <a:defRPr sz="3200">
                <a:solidFill>
                  <a:schemeClr val="dk2"/>
                </a:solidFill>
              </a:defRPr>
            </a:lvl1pPr>
            <a:lvl2pPr lvl="1" algn="ctr">
              <a:spcBef>
                <a:spcPts val="0"/>
              </a:spcBef>
              <a:spcAft>
                <a:spcPts val="0"/>
              </a:spcAft>
              <a:buClr>
                <a:schemeClr val="dk2"/>
              </a:buClr>
              <a:buSzPts val="3200"/>
              <a:buNone/>
              <a:defRPr sz="3200">
                <a:solidFill>
                  <a:schemeClr val="dk2"/>
                </a:solidFill>
              </a:defRPr>
            </a:lvl2pPr>
            <a:lvl3pPr lvl="2" algn="ctr">
              <a:spcBef>
                <a:spcPts val="0"/>
              </a:spcBef>
              <a:spcAft>
                <a:spcPts val="0"/>
              </a:spcAft>
              <a:buClr>
                <a:schemeClr val="dk2"/>
              </a:buClr>
              <a:buSzPts val="3200"/>
              <a:buNone/>
              <a:defRPr sz="3200">
                <a:solidFill>
                  <a:schemeClr val="dk2"/>
                </a:solidFill>
              </a:defRPr>
            </a:lvl3pPr>
            <a:lvl4pPr lvl="3" algn="ctr">
              <a:spcBef>
                <a:spcPts val="0"/>
              </a:spcBef>
              <a:spcAft>
                <a:spcPts val="0"/>
              </a:spcAft>
              <a:buClr>
                <a:schemeClr val="dk2"/>
              </a:buClr>
              <a:buSzPts val="3200"/>
              <a:buNone/>
              <a:defRPr sz="3200">
                <a:solidFill>
                  <a:schemeClr val="dk2"/>
                </a:solidFill>
              </a:defRPr>
            </a:lvl4pPr>
            <a:lvl5pPr lvl="4" algn="ctr">
              <a:spcBef>
                <a:spcPts val="0"/>
              </a:spcBef>
              <a:spcAft>
                <a:spcPts val="0"/>
              </a:spcAft>
              <a:buClr>
                <a:schemeClr val="dk2"/>
              </a:buClr>
              <a:buSzPts val="3200"/>
              <a:buNone/>
              <a:defRPr sz="3200">
                <a:solidFill>
                  <a:schemeClr val="dk2"/>
                </a:solidFill>
              </a:defRPr>
            </a:lvl5pPr>
            <a:lvl6pPr lvl="5" algn="ctr">
              <a:spcBef>
                <a:spcPts val="0"/>
              </a:spcBef>
              <a:spcAft>
                <a:spcPts val="0"/>
              </a:spcAft>
              <a:buClr>
                <a:schemeClr val="dk2"/>
              </a:buClr>
              <a:buSzPts val="3200"/>
              <a:buNone/>
              <a:defRPr sz="3200">
                <a:solidFill>
                  <a:schemeClr val="dk2"/>
                </a:solidFill>
              </a:defRPr>
            </a:lvl6pPr>
            <a:lvl7pPr lvl="6" algn="ctr">
              <a:spcBef>
                <a:spcPts val="0"/>
              </a:spcBef>
              <a:spcAft>
                <a:spcPts val="0"/>
              </a:spcAft>
              <a:buClr>
                <a:schemeClr val="dk2"/>
              </a:buClr>
              <a:buSzPts val="3200"/>
              <a:buNone/>
              <a:defRPr sz="3200">
                <a:solidFill>
                  <a:schemeClr val="dk2"/>
                </a:solidFill>
              </a:defRPr>
            </a:lvl7pPr>
            <a:lvl8pPr lvl="7" algn="ctr">
              <a:spcBef>
                <a:spcPts val="0"/>
              </a:spcBef>
              <a:spcAft>
                <a:spcPts val="0"/>
              </a:spcAft>
              <a:buClr>
                <a:schemeClr val="dk2"/>
              </a:buClr>
              <a:buSzPts val="3200"/>
              <a:buNone/>
              <a:defRPr sz="3200">
                <a:solidFill>
                  <a:schemeClr val="dk2"/>
                </a:solidFill>
              </a:defRPr>
            </a:lvl8pPr>
            <a:lvl9pPr lvl="8" algn="ctr">
              <a:spcBef>
                <a:spcPts val="0"/>
              </a:spcBef>
              <a:spcAft>
                <a:spcPts val="0"/>
              </a:spcAft>
              <a:buClr>
                <a:schemeClr val="dk2"/>
              </a:buClr>
              <a:buSzPts val="3200"/>
              <a:buNone/>
              <a:defRPr sz="3200">
                <a:solidFill>
                  <a:schemeClr val="dk2"/>
                </a:solidFill>
              </a:defRPr>
            </a:lvl9pPr>
          </a:lstStyle>
          <a:p>
            <a:endParaRPr/>
          </a:p>
        </p:txBody>
      </p:sp>
      <p:sp>
        <p:nvSpPr>
          <p:cNvPr id="48" name="Google Shape;48;p3"/>
          <p:cNvSpPr txBox="1">
            <a:spLocks noGrp="1"/>
          </p:cNvSpPr>
          <p:nvPr>
            <p:ph type="sldNum" idx="12"/>
          </p:nvPr>
        </p:nvSpPr>
        <p:spPr>
          <a:xfrm>
            <a:off x="8390734" y="4543668"/>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matchingName="Title and body" type="tx">
  <p:cSld name="TITLE_AND_BODY">
    <p:spTree>
      <p:nvGrpSpPr>
        <p:cNvPr id="1" name="Shape 49"/>
        <p:cNvGrpSpPr/>
        <p:nvPr/>
      </p:nvGrpSpPr>
      <p:grpSpPr>
        <a:xfrm>
          <a:off x="0" y="0"/>
          <a:ext cx="0" cy="0"/>
          <a:chOff x="0" y="0"/>
          <a:chExt cx="0" cy="0"/>
        </a:xfrm>
      </p:grpSpPr>
      <p:sp>
        <p:nvSpPr>
          <p:cNvPr id="50" name="Google Shape;50;p4"/>
          <p:cNvSpPr/>
          <p:nvPr/>
        </p:nvSpPr>
        <p:spPr>
          <a:xfrm flipH="1">
            <a:off x="3582600" y="1550700"/>
            <a:ext cx="5561400" cy="3592800"/>
          </a:xfrm>
          <a:prstGeom prst="rtTriangl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51;p4"/>
          <p:cNvSpPr/>
          <p:nvPr/>
        </p:nvSpPr>
        <p:spPr>
          <a:xfrm>
            <a:off x="31" y="2824500"/>
            <a:ext cx="7370400" cy="2319000"/>
          </a:xfrm>
          <a:prstGeom prst="rtTriangl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 name="Google Shape;52;p4"/>
          <p:cNvSpPr/>
          <p:nvPr/>
        </p:nvSpPr>
        <p:spPr>
          <a:xfrm>
            <a:off x="203225" y="206250"/>
            <a:ext cx="8737500" cy="4731000"/>
          </a:xfrm>
          <a:prstGeom prst="rect">
            <a:avLst/>
          </a:prstGeom>
          <a:solidFill>
            <a:schemeClr val="dk1"/>
          </a:solidFill>
          <a:ln>
            <a:noFill/>
          </a:ln>
          <a:effectLst>
            <a:outerShdw blurRad="228600" sx="101000" sy="101000" algn="ctr" rotWithShape="0">
              <a:srgbClr val="000000">
                <a:alpha val="4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53;p4"/>
          <p:cNvSpPr txBox="1">
            <a:spLocks noGrp="1"/>
          </p:cNvSpPr>
          <p:nvPr>
            <p:ph type="title"/>
          </p:nvPr>
        </p:nvSpPr>
        <p:spPr>
          <a:xfrm>
            <a:off x="819150" y="845600"/>
            <a:ext cx="7505700" cy="954600"/>
          </a:xfrm>
          <a:prstGeom prst="rect">
            <a:avLst/>
          </a:prstGeom>
        </p:spPr>
        <p:txBody>
          <a:bodyPr spcFirstLastPara="1" wrap="square" lIns="91425" tIns="91425" rIns="91425" bIns="91425" anchor="t" anchorCtr="0">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endParaRPr/>
          </a:p>
        </p:txBody>
      </p:sp>
      <p:sp>
        <p:nvSpPr>
          <p:cNvPr id="54" name="Google Shape;54;p4"/>
          <p:cNvSpPr txBox="1">
            <a:spLocks noGrp="1"/>
          </p:cNvSpPr>
          <p:nvPr>
            <p:ph type="body" idx="1"/>
          </p:nvPr>
        </p:nvSpPr>
        <p:spPr>
          <a:xfrm>
            <a:off x="819150" y="1990725"/>
            <a:ext cx="7505700" cy="24480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55" name="Google Shape;55;p4"/>
          <p:cNvSpPr txBox="1">
            <a:spLocks noGrp="1"/>
          </p:cNvSpPr>
          <p:nvPr>
            <p:ph type="sldNum" idx="12"/>
          </p:nvPr>
        </p:nvSpPr>
        <p:spPr>
          <a:xfrm>
            <a:off x="8390734" y="4543668"/>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matchingName="Title and two columns" type="twoColTx">
  <p:cSld name="TITLE_AND_TWO_COLUMNS">
    <p:spTree>
      <p:nvGrpSpPr>
        <p:cNvPr id="1" name="Shape 56"/>
        <p:cNvGrpSpPr/>
        <p:nvPr/>
      </p:nvGrpSpPr>
      <p:grpSpPr>
        <a:xfrm>
          <a:off x="0" y="0"/>
          <a:ext cx="0" cy="0"/>
          <a:chOff x="0" y="0"/>
          <a:chExt cx="0" cy="0"/>
        </a:xfrm>
      </p:grpSpPr>
      <p:sp>
        <p:nvSpPr>
          <p:cNvPr id="57" name="Google Shape;57;p5"/>
          <p:cNvSpPr/>
          <p:nvPr/>
        </p:nvSpPr>
        <p:spPr>
          <a:xfrm flipH="1">
            <a:off x="3582600" y="1550700"/>
            <a:ext cx="5561400" cy="3592800"/>
          </a:xfrm>
          <a:prstGeom prst="rtTriangl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8" name="Google Shape;58;p5"/>
          <p:cNvSpPr/>
          <p:nvPr/>
        </p:nvSpPr>
        <p:spPr>
          <a:xfrm>
            <a:off x="31" y="2824500"/>
            <a:ext cx="7370400" cy="2319000"/>
          </a:xfrm>
          <a:prstGeom prst="rtTriangl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59;p5"/>
          <p:cNvSpPr/>
          <p:nvPr/>
        </p:nvSpPr>
        <p:spPr>
          <a:xfrm>
            <a:off x="203225" y="206250"/>
            <a:ext cx="8737500" cy="4731000"/>
          </a:xfrm>
          <a:prstGeom prst="rect">
            <a:avLst/>
          </a:prstGeom>
          <a:solidFill>
            <a:schemeClr val="dk1"/>
          </a:solidFill>
          <a:ln>
            <a:noFill/>
          </a:ln>
          <a:effectLst>
            <a:outerShdw blurRad="228600" sx="101000" sy="101000" algn="ctr" rotWithShape="0">
              <a:srgbClr val="000000">
                <a:alpha val="4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 name="Google Shape;60;p5"/>
          <p:cNvSpPr txBox="1">
            <a:spLocks noGrp="1"/>
          </p:cNvSpPr>
          <p:nvPr>
            <p:ph type="title"/>
          </p:nvPr>
        </p:nvSpPr>
        <p:spPr>
          <a:xfrm>
            <a:off x="819150" y="845600"/>
            <a:ext cx="7505700" cy="954600"/>
          </a:xfrm>
          <a:prstGeom prst="rect">
            <a:avLst/>
          </a:prstGeom>
        </p:spPr>
        <p:txBody>
          <a:bodyPr spcFirstLastPara="1" wrap="square" lIns="91425" tIns="91425" rIns="91425" bIns="91425" anchor="t" anchorCtr="0">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endParaRPr/>
          </a:p>
        </p:txBody>
      </p:sp>
      <p:sp>
        <p:nvSpPr>
          <p:cNvPr id="61" name="Google Shape;61;p5"/>
          <p:cNvSpPr txBox="1">
            <a:spLocks noGrp="1"/>
          </p:cNvSpPr>
          <p:nvPr>
            <p:ph type="body" idx="1"/>
          </p:nvPr>
        </p:nvSpPr>
        <p:spPr>
          <a:xfrm>
            <a:off x="819150" y="1990725"/>
            <a:ext cx="3686100" cy="24480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62" name="Google Shape;62;p5"/>
          <p:cNvSpPr txBox="1">
            <a:spLocks noGrp="1"/>
          </p:cNvSpPr>
          <p:nvPr>
            <p:ph type="body" idx="2"/>
          </p:nvPr>
        </p:nvSpPr>
        <p:spPr>
          <a:xfrm>
            <a:off x="4638675" y="1990725"/>
            <a:ext cx="3686100" cy="24480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63" name="Google Shape;63;p5"/>
          <p:cNvSpPr txBox="1">
            <a:spLocks noGrp="1"/>
          </p:cNvSpPr>
          <p:nvPr>
            <p:ph type="sldNum" idx="12"/>
          </p:nvPr>
        </p:nvSpPr>
        <p:spPr>
          <a:xfrm>
            <a:off x="8390734" y="4543668"/>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matchingName="Title only" type="titleOnly">
  <p:cSld name="TITLE_ONLY">
    <p:spTree>
      <p:nvGrpSpPr>
        <p:cNvPr id="1" name="Shape 64"/>
        <p:cNvGrpSpPr/>
        <p:nvPr/>
      </p:nvGrpSpPr>
      <p:grpSpPr>
        <a:xfrm>
          <a:off x="0" y="0"/>
          <a:ext cx="0" cy="0"/>
          <a:chOff x="0" y="0"/>
          <a:chExt cx="0" cy="0"/>
        </a:xfrm>
      </p:grpSpPr>
      <p:sp>
        <p:nvSpPr>
          <p:cNvPr id="65" name="Google Shape;65;p6"/>
          <p:cNvSpPr/>
          <p:nvPr/>
        </p:nvSpPr>
        <p:spPr>
          <a:xfrm flipH="1">
            <a:off x="3582600" y="1550700"/>
            <a:ext cx="5561400" cy="3592800"/>
          </a:xfrm>
          <a:prstGeom prst="rtTriangl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 name="Google Shape;66;p6"/>
          <p:cNvSpPr/>
          <p:nvPr/>
        </p:nvSpPr>
        <p:spPr>
          <a:xfrm>
            <a:off x="31" y="2824500"/>
            <a:ext cx="7370400" cy="2319000"/>
          </a:xfrm>
          <a:prstGeom prst="rtTriangl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67;p6"/>
          <p:cNvSpPr/>
          <p:nvPr/>
        </p:nvSpPr>
        <p:spPr>
          <a:xfrm>
            <a:off x="203225" y="206250"/>
            <a:ext cx="8737500" cy="4731000"/>
          </a:xfrm>
          <a:prstGeom prst="rect">
            <a:avLst/>
          </a:prstGeom>
          <a:solidFill>
            <a:schemeClr val="dk1"/>
          </a:solidFill>
          <a:ln>
            <a:noFill/>
          </a:ln>
          <a:effectLst>
            <a:outerShdw blurRad="228600" sx="101000" sy="101000" algn="ctr" rotWithShape="0">
              <a:srgbClr val="000000">
                <a:alpha val="4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68;p6"/>
          <p:cNvSpPr txBox="1">
            <a:spLocks noGrp="1"/>
          </p:cNvSpPr>
          <p:nvPr>
            <p:ph type="title"/>
          </p:nvPr>
        </p:nvSpPr>
        <p:spPr>
          <a:xfrm>
            <a:off x="819150" y="845600"/>
            <a:ext cx="7505700" cy="954600"/>
          </a:xfrm>
          <a:prstGeom prst="rect">
            <a:avLst/>
          </a:prstGeom>
        </p:spPr>
        <p:txBody>
          <a:bodyPr spcFirstLastPara="1" wrap="square" lIns="91425" tIns="91425" rIns="91425" bIns="91425" anchor="t" anchorCtr="0">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endParaRPr/>
          </a:p>
        </p:txBody>
      </p:sp>
      <p:sp>
        <p:nvSpPr>
          <p:cNvPr id="69" name="Google Shape;69;p6"/>
          <p:cNvSpPr txBox="1">
            <a:spLocks noGrp="1"/>
          </p:cNvSpPr>
          <p:nvPr>
            <p:ph type="sldNum" idx="12"/>
          </p:nvPr>
        </p:nvSpPr>
        <p:spPr>
          <a:xfrm>
            <a:off x="8390734" y="4543668"/>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matchingName="One column text">
  <p:cSld name="ONE_COLUMN_TEXT">
    <p:spTree>
      <p:nvGrpSpPr>
        <p:cNvPr id="1" name="Shape 70"/>
        <p:cNvGrpSpPr/>
        <p:nvPr/>
      </p:nvGrpSpPr>
      <p:grpSpPr>
        <a:xfrm>
          <a:off x="0" y="0"/>
          <a:ext cx="0" cy="0"/>
          <a:chOff x="0" y="0"/>
          <a:chExt cx="0" cy="0"/>
        </a:xfrm>
      </p:grpSpPr>
      <p:sp>
        <p:nvSpPr>
          <p:cNvPr id="71" name="Google Shape;71;p7"/>
          <p:cNvSpPr/>
          <p:nvPr/>
        </p:nvSpPr>
        <p:spPr>
          <a:xfrm flipH="1">
            <a:off x="3582600" y="1550700"/>
            <a:ext cx="5561400" cy="3592800"/>
          </a:xfrm>
          <a:prstGeom prst="rtTriangl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72;p7"/>
          <p:cNvSpPr/>
          <p:nvPr/>
        </p:nvSpPr>
        <p:spPr>
          <a:xfrm>
            <a:off x="31" y="2824500"/>
            <a:ext cx="7370400" cy="2319000"/>
          </a:xfrm>
          <a:prstGeom prst="rtTriangl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73;p7"/>
          <p:cNvSpPr/>
          <p:nvPr/>
        </p:nvSpPr>
        <p:spPr>
          <a:xfrm>
            <a:off x="203225" y="206250"/>
            <a:ext cx="8737500" cy="4731000"/>
          </a:xfrm>
          <a:prstGeom prst="rect">
            <a:avLst/>
          </a:prstGeom>
          <a:solidFill>
            <a:schemeClr val="dk1"/>
          </a:solidFill>
          <a:ln>
            <a:noFill/>
          </a:ln>
          <a:effectLst>
            <a:outerShdw blurRad="228600" sx="101000" sy="101000" algn="ctr" rotWithShape="0">
              <a:srgbClr val="000000">
                <a:alpha val="4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7"/>
          <p:cNvSpPr txBox="1">
            <a:spLocks noGrp="1"/>
          </p:cNvSpPr>
          <p:nvPr>
            <p:ph type="title"/>
          </p:nvPr>
        </p:nvSpPr>
        <p:spPr>
          <a:xfrm>
            <a:off x="819150" y="845600"/>
            <a:ext cx="3709200" cy="1383000"/>
          </a:xfrm>
          <a:prstGeom prst="rect">
            <a:avLst/>
          </a:prstGeom>
        </p:spPr>
        <p:txBody>
          <a:bodyPr spcFirstLastPara="1" wrap="square" lIns="91425" tIns="91425" rIns="91425" bIns="91425" anchor="t" anchorCtr="0">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endParaRPr/>
          </a:p>
        </p:txBody>
      </p:sp>
      <p:sp>
        <p:nvSpPr>
          <p:cNvPr id="75" name="Google Shape;75;p7"/>
          <p:cNvSpPr txBox="1">
            <a:spLocks noGrp="1"/>
          </p:cNvSpPr>
          <p:nvPr>
            <p:ph type="body" idx="1"/>
          </p:nvPr>
        </p:nvSpPr>
        <p:spPr>
          <a:xfrm>
            <a:off x="830700" y="2319050"/>
            <a:ext cx="3709200" cy="21198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76" name="Google Shape;76;p7"/>
          <p:cNvSpPr txBox="1">
            <a:spLocks noGrp="1"/>
          </p:cNvSpPr>
          <p:nvPr>
            <p:ph type="sldNum" idx="12"/>
          </p:nvPr>
        </p:nvSpPr>
        <p:spPr>
          <a:xfrm>
            <a:off x="8390734" y="4543668"/>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matchingName="Main point">
  <p:cSld name="MAIN_POINT">
    <p:spTree>
      <p:nvGrpSpPr>
        <p:cNvPr id="1" name="Shape 77"/>
        <p:cNvGrpSpPr/>
        <p:nvPr/>
      </p:nvGrpSpPr>
      <p:grpSpPr>
        <a:xfrm>
          <a:off x="0" y="0"/>
          <a:ext cx="0" cy="0"/>
          <a:chOff x="0" y="0"/>
          <a:chExt cx="0" cy="0"/>
        </a:xfrm>
      </p:grpSpPr>
      <p:sp>
        <p:nvSpPr>
          <p:cNvPr id="78" name="Google Shape;78;p8"/>
          <p:cNvSpPr/>
          <p:nvPr/>
        </p:nvSpPr>
        <p:spPr>
          <a:xfrm>
            <a:off x="0" y="2823144"/>
            <a:ext cx="7369200" cy="2316900"/>
          </a:xfrm>
          <a:prstGeom prst="rtTriangle">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79;p8"/>
          <p:cNvSpPr/>
          <p:nvPr/>
        </p:nvSpPr>
        <p:spPr>
          <a:xfrm flipH="1">
            <a:off x="3583210" y="1554113"/>
            <a:ext cx="5560500" cy="3589500"/>
          </a:xfrm>
          <a:prstGeom prst="rtTriangl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0" name="Google Shape;80;p8"/>
          <p:cNvGrpSpPr/>
          <p:nvPr/>
        </p:nvGrpSpPr>
        <p:grpSpPr>
          <a:xfrm>
            <a:off x="255991" y="-118"/>
            <a:ext cx="2251347" cy="1043408"/>
            <a:chOff x="3961956" y="4383950"/>
            <a:chExt cx="1160548" cy="548700"/>
          </a:xfrm>
        </p:grpSpPr>
        <p:sp>
          <p:nvSpPr>
            <p:cNvPr id="81" name="Google Shape;81;p8"/>
            <p:cNvSpPr/>
            <p:nvPr/>
          </p:nvSpPr>
          <p:spPr>
            <a:xfrm>
              <a:off x="4224904" y="4383950"/>
              <a:ext cx="897600" cy="548700"/>
            </a:xfrm>
            <a:prstGeom prst="parallelogram">
              <a:avLst>
                <a:gd name="adj" fmla="val 153193"/>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82;p8"/>
            <p:cNvSpPr/>
            <p:nvPr/>
          </p:nvSpPr>
          <p:spPr>
            <a:xfrm>
              <a:off x="4093430" y="4383950"/>
              <a:ext cx="897600" cy="548700"/>
            </a:xfrm>
            <a:prstGeom prst="parallelogram">
              <a:avLst>
                <a:gd name="adj" fmla="val 153193"/>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83;p8"/>
            <p:cNvSpPr/>
            <p:nvPr/>
          </p:nvSpPr>
          <p:spPr>
            <a:xfrm>
              <a:off x="3961956" y="4383950"/>
              <a:ext cx="897600" cy="548700"/>
            </a:xfrm>
            <a:prstGeom prst="parallelogram">
              <a:avLst>
                <a:gd name="adj" fmla="val 153193"/>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4" name="Google Shape;84;p8"/>
          <p:cNvSpPr/>
          <p:nvPr/>
        </p:nvSpPr>
        <p:spPr>
          <a:xfrm>
            <a:off x="203225" y="206250"/>
            <a:ext cx="8737500" cy="4731000"/>
          </a:xfrm>
          <a:prstGeom prst="rect">
            <a:avLst/>
          </a:prstGeom>
          <a:solidFill>
            <a:schemeClr val="dk1"/>
          </a:solidFill>
          <a:ln>
            <a:noFill/>
          </a:ln>
          <a:effectLst>
            <a:outerShdw blurRad="228600" sx="101000" sy="101000" algn="ctr" rotWithShape="0">
              <a:srgbClr val="000000">
                <a:alpha val="4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5" name="Google Shape;85;p8"/>
          <p:cNvGrpSpPr/>
          <p:nvPr/>
        </p:nvGrpSpPr>
        <p:grpSpPr>
          <a:xfrm>
            <a:off x="34934" y="4522125"/>
            <a:ext cx="1593306" cy="617072"/>
            <a:chOff x="6917201" y="0"/>
            <a:chExt cx="2227777" cy="863400"/>
          </a:xfrm>
        </p:grpSpPr>
        <p:sp>
          <p:nvSpPr>
            <p:cNvPr id="86" name="Google Shape;86;p8"/>
            <p:cNvSpPr/>
            <p:nvPr/>
          </p:nvSpPr>
          <p:spPr>
            <a:xfrm>
              <a:off x="7641677" y="0"/>
              <a:ext cx="1503300" cy="863400"/>
            </a:xfrm>
            <a:prstGeom prst="parallelogram">
              <a:avLst>
                <a:gd name="adj" fmla="val 158024"/>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87;p8"/>
            <p:cNvSpPr/>
            <p:nvPr/>
          </p:nvSpPr>
          <p:spPr>
            <a:xfrm>
              <a:off x="7279439" y="0"/>
              <a:ext cx="1503300" cy="863400"/>
            </a:xfrm>
            <a:prstGeom prst="parallelogram">
              <a:avLst>
                <a:gd name="adj" fmla="val 158024"/>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 name="Google Shape;88;p8"/>
            <p:cNvSpPr/>
            <p:nvPr/>
          </p:nvSpPr>
          <p:spPr>
            <a:xfrm>
              <a:off x="6917201" y="0"/>
              <a:ext cx="1503300" cy="863400"/>
            </a:xfrm>
            <a:prstGeom prst="parallelogram">
              <a:avLst>
                <a:gd name="adj" fmla="val 158024"/>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9" name="Google Shape;89;p8"/>
          <p:cNvGrpSpPr/>
          <p:nvPr/>
        </p:nvGrpSpPr>
        <p:grpSpPr>
          <a:xfrm>
            <a:off x="5886353" y="1243"/>
            <a:ext cx="3257455" cy="1261514"/>
            <a:chOff x="6917201" y="0"/>
            <a:chExt cx="2227777" cy="863400"/>
          </a:xfrm>
        </p:grpSpPr>
        <p:sp>
          <p:nvSpPr>
            <p:cNvPr id="90" name="Google Shape;90;p8"/>
            <p:cNvSpPr/>
            <p:nvPr/>
          </p:nvSpPr>
          <p:spPr>
            <a:xfrm>
              <a:off x="7641677" y="0"/>
              <a:ext cx="1503300" cy="863400"/>
            </a:xfrm>
            <a:prstGeom prst="parallelogram">
              <a:avLst>
                <a:gd name="adj" fmla="val 158024"/>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91;p8"/>
            <p:cNvSpPr/>
            <p:nvPr/>
          </p:nvSpPr>
          <p:spPr>
            <a:xfrm>
              <a:off x="7279439" y="0"/>
              <a:ext cx="1503300" cy="863400"/>
            </a:xfrm>
            <a:prstGeom prst="parallelogram">
              <a:avLst>
                <a:gd name="adj" fmla="val 158024"/>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2" name="Google Shape;92;p8"/>
            <p:cNvSpPr/>
            <p:nvPr/>
          </p:nvSpPr>
          <p:spPr>
            <a:xfrm>
              <a:off x="6917201" y="0"/>
              <a:ext cx="1503300" cy="863400"/>
            </a:xfrm>
            <a:prstGeom prst="parallelogram">
              <a:avLst>
                <a:gd name="adj" fmla="val 158024"/>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3" name="Google Shape;93;p8"/>
          <p:cNvSpPr txBox="1">
            <a:spLocks noGrp="1"/>
          </p:cNvSpPr>
          <p:nvPr>
            <p:ph type="title"/>
          </p:nvPr>
        </p:nvSpPr>
        <p:spPr>
          <a:xfrm>
            <a:off x="1393929" y="1301146"/>
            <a:ext cx="6366900" cy="25392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200"/>
              <a:buNone/>
              <a:defRPr sz="3200"/>
            </a:lvl1pPr>
            <a:lvl2pPr lvl="1" algn="ctr">
              <a:spcBef>
                <a:spcPts val="0"/>
              </a:spcBef>
              <a:spcAft>
                <a:spcPts val="0"/>
              </a:spcAft>
              <a:buSzPts val="3200"/>
              <a:buNone/>
              <a:defRPr sz="3200"/>
            </a:lvl2pPr>
            <a:lvl3pPr lvl="2" algn="ctr">
              <a:spcBef>
                <a:spcPts val="0"/>
              </a:spcBef>
              <a:spcAft>
                <a:spcPts val="0"/>
              </a:spcAft>
              <a:buSzPts val="3200"/>
              <a:buNone/>
              <a:defRPr sz="3200"/>
            </a:lvl3pPr>
            <a:lvl4pPr lvl="3" algn="ctr">
              <a:spcBef>
                <a:spcPts val="0"/>
              </a:spcBef>
              <a:spcAft>
                <a:spcPts val="0"/>
              </a:spcAft>
              <a:buSzPts val="3200"/>
              <a:buNone/>
              <a:defRPr sz="3200"/>
            </a:lvl4pPr>
            <a:lvl5pPr lvl="4" algn="ctr">
              <a:spcBef>
                <a:spcPts val="0"/>
              </a:spcBef>
              <a:spcAft>
                <a:spcPts val="0"/>
              </a:spcAft>
              <a:buSzPts val="3200"/>
              <a:buNone/>
              <a:defRPr sz="3200"/>
            </a:lvl5pPr>
            <a:lvl6pPr lvl="5" algn="ctr">
              <a:spcBef>
                <a:spcPts val="0"/>
              </a:spcBef>
              <a:spcAft>
                <a:spcPts val="0"/>
              </a:spcAft>
              <a:buSzPts val="3200"/>
              <a:buNone/>
              <a:defRPr sz="3200"/>
            </a:lvl6pPr>
            <a:lvl7pPr lvl="6" algn="ctr">
              <a:spcBef>
                <a:spcPts val="0"/>
              </a:spcBef>
              <a:spcAft>
                <a:spcPts val="0"/>
              </a:spcAft>
              <a:buSzPts val="3200"/>
              <a:buNone/>
              <a:defRPr sz="3200"/>
            </a:lvl7pPr>
            <a:lvl8pPr lvl="7" algn="ctr">
              <a:spcBef>
                <a:spcPts val="0"/>
              </a:spcBef>
              <a:spcAft>
                <a:spcPts val="0"/>
              </a:spcAft>
              <a:buSzPts val="3200"/>
              <a:buNone/>
              <a:defRPr sz="3200"/>
            </a:lvl8pPr>
            <a:lvl9pPr lvl="8" algn="ctr">
              <a:spcBef>
                <a:spcPts val="0"/>
              </a:spcBef>
              <a:spcAft>
                <a:spcPts val="0"/>
              </a:spcAft>
              <a:buSzPts val="3200"/>
              <a:buNone/>
              <a:defRPr sz="3200"/>
            </a:lvl9pPr>
          </a:lstStyle>
          <a:p>
            <a:endParaRPr/>
          </a:p>
        </p:txBody>
      </p:sp>
      <p:sp>
        <p:nvSpPr>
          <p:cNvPr id="94" name="Google Shape;94;p8"/>
          <p:cNvSpPr txBox="1">
            <a:spLocks noGrp="1"/>
          </p:cNvSpPr>
          <p:nvPr>
            <p:ph type="sldNum" idx="12"/>
          </p:nvPr>
        </p:nvSpPr>
        <p:spPr>
          <a:xfrm>
            <a:off x="8390734" y="4543668"/>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matchingName="Section title and description">
  <p:cSld name="SECTION_TITLE_AND_DESCRIPTION">
    <p:spTree>
      <p:nvGrpSpPr>
        <p:cNvPr id="1" name="Shape 95"/>
        <p:cNvGrpSpPr/>
        <p:nvPr/>
      </p:nvGrpSpPr>
      <p:grpSpPr>
        <a:xfrm>
          <a:off x="0" y="0"/>
          <a:ext cx="0" cy="0"/>
          <a:chOff x="0" y="0"/>
          <a:chExt cx="0" cy="0"/>
        </a:xfrm>
      </p:grpSpPr>
      <p:sp>
        <p:nvSpPr>
          <p:cNvPr id="96" name="Google Shape;96;p9"/>
          <p:cNvSpPr/>
          <p:nvPr/>
        </p:nvSpPr>
        <p:spPr>
          <a:xfrm flipH="1">
            <a:off x="3582600" y="1550700"/>
            <a:ext cx="5561400" cy="3592800"/>
          </a:xfrm>
          <a:prstGeom prst="rtTriangl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 name="Google Shape;97;p9"/>
          <p:cNvSpPr/>
          <p:nvPr/>
        </p:nvSpPr>
        <p:spPr>
          <a:xfrm>
            <a:off x="31" y="2824500"/>
            <a:ext cx="7370400" cy="2319000"/>
          </a:xfrm>
          <a:prstGeom prst="rtTriangle">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 name="Google Shape;98;p9"/>
          <p:cNvSpPr/>
          <p:nvPr/>
        </p:nvSpPr>
        <p:spPr>
          <a:xfrm>
            <a:off x="203225" y="206250"/>
            <a:ext cx="8737500" cy="4731000"/>
          </a:xfrm>
          <a:prstGeom prst="rect">
            <a:avLst/>
          </a:prstGeom>
          <a:solidFill>
            <a:schemeClr val="dk1"/>
          </a:solidFill>
          <a:ln>
            <a:noFill/>
          </a:ln>
          <a:effectLst>
            <a:outerShdw blurRad="228600" sx="101000" sy="101000" algn="ctr" rotWithShape="0">
              <a:srgbClr val="000000">
                <a:alpha val="4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 name="Google Shape;99;p9"/>
          <p:cNvSpPr txBox="1">
            <a:spLocks noGrp="1"/>
          </p:cNvSpPr>
          <p:nvPr>
            <p:ph type="title"/>
          </p:nvPr>
        </p:nvSpPr>
        <p:spPr>
          <a:xfrm>
            <a:off x="819150" y="845600"/>
            <a:ext cx="6424200" cy="705000"/>
          </a:xfrm>
          <a:prstGeom prst="rect">
            <a:avLst/>
          </a:prstGeom>
        </p:spPr>
        <p:txBody>
          <a:bodyPr spcFirstLastPara="1" wrap="square" lIns="91425" tIns="91425" rIns="91425" bIns="91425" anchor="t" anchorCtr="0">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a:endParaRPr/>
          </a:p>
        </p:txBody>
      </p:sp>
      <p:sp>
        <p:nvSpPr>
          <p:cNvPr id="100" name="Google Shape;100;p9"/>
          <p:cNvSpPr txBox="1">
            <a:spLocks noGrp="1"/>
          </p:cNvSpPr>
          <p:nvPr>
            <p:ph type="subTitle" idx="1"/>
          </p:nvPr>
        </p:nvSpPr>
        <p:spPr>
          <a:xfrm>
            <a:off x="819150" y="1550700"/>
            <a:ext cx="5859900" cy="393600"/>
          </a:xfrm>
          <a:prstGeom prst="rect">
            <a:avLst/>
          </a:prstGeom>
        </p:spPr>
        <p:txBody>
          <a:bodyPr spcFirstLastPara="1" wrap="square" lIns="91425" tIns="91425" rIns="91425" bIns="91425" anchor="t" anchorCtr="0">
            <a:normAutofit/>
          </a:bodyPr>
          <a:lstStyle>
            <a:lvl1pPr lvl="0">
              <a:lnSpc>
                <a:spcPct val="100000"/>
              </a:lnSpc>
              <a:spcBef>
                <a:spcPts val="0"/>
              </a:spcBef>
              <a:spcAft>
                <a:spcPts val="0"/>
              </a:spcAft>
              <a:buClr>
                <a:schemeClr val="lt1"/>
              </a:buClr>
              <a:buSzPts val="1600"/>
              <a:buNone/>
              <a:defRPr sz="1600">
                <a:solidFill>
                  <a:schemeClr val="lt1"/>
                </a:solidFill>
              </a:defRPr>
            </a:lvl1pPr>
            <a:lvl2pPr lvl="1">
              <a:lnSpc>
                <a:spcPct val="100000"/>
              </a:lnSpc>
              <a:spcBef>
                <a:spcPts val="0"/>
              </a:spcBef>
              <a:spcAft>
                <a:spcPts val="0"/>
              </a:spcAft>
              <a:buClr>
                <a:schemeClr val="lt1"/>
              </a:buClr>
              <a:buSzPts val="1600"/>
              <a:buNone/>
              <a:defRPr sz="1600">
                <a:solidFill>
                  <a:schemeClr val="lt1"/>
                </a:solidFill>
              </a:defRPr>
            </a:lvl2pPr>
            <a:lvl3pPr lvl="2">
              <a:lnSpc>
                <a:spcPct val="100000"/>
              </a:lnSpc>
              <a:spcBef>
                <a:spcPts val="0"/>
              </a:spcBef>
              <a:spcAft>
                <a:spcPts val="0"/>
              </a:spcAft>
              <a:buClr>
                <a:schemeClr val="lt1"/>
              </a:buClr>
              <a:buSzPts val="1600"/>
              <a:buNone/>
              <a:defRPr sz="1600">
                <a:solidFill>
                  <a:schemeClr val="lt1"/>
                </a:solidFill>
              </a:defRPr>
            </a:lvl3pPr>
            <a:lvl4pPr lvl="3">
              <a:lnSpc>
                <a:spcPct val="100000"/>
              </a:lnSpc>
              <a:spcBef>
                <a:spcPts val="0"/>
              </a:spcBef>
              <a:spcAft>
                <a:spcPts val="0"/>
              </a:spcAft>
              <a:buClr>
                <a:schemeClr val="lt1"/>
              </a:buClr>
              <a:buSzPts val="1600"/>
              <a:buNone/>
              <a:defRPr sz="1600">
                <a:solidFill>
                  <a:schemeClr val="lt1"/>
                </a:solidFill>
              </a:defRPr>
            </a:lvl4pPr>
            <a:lvl5pPr lvl="4">
              <a:lnSpc>
                <a:spcPct val="100000"/>
              </a:lnSpc>
              <a:spcBef>
                <a:spcPts val="0"/>
              </a:spcBef>
              <a:spcAft>
                <a:spcPts val="0"/>
              </a:spcAft>
              <a:buClr>
                <a:schemeClr val="lt1"/>
              </a:buClr>
              <a:buSzPts val="1600"/>
              <a:buNone/>
              <a:defRPr sz="1600">
                <a:solidFill>
                  <a:schemeClr val="lt1"/>
                </a:solidFill>
              </a:defRPr>
            </a:lvl5pPr>
            <a:lvl6pPr lvl="5">
              <a:lnSpc>
                <a:spcPct val="100000"/>
              </a:lnSpc>
              <a:spcBef>
                <a:spcPts val="0"/>
              </a:spcBef>
              <a:spcAft>
                <a:spcPts val="0"/>
              </a:spcAft>
              <a:buClr>
                <a:schemeClr val="lt1"/>
              </a:buClr>
              <a:buSzPts val="1600"/>
              <a:buNone/>
              <a:defRPr sz="1600">
                <a:solidFill>
                  <a:schemeClr val="lt1"/>
                </a:solidFill>
              </a:defRPr>
            </a:lvl6pPr>
            <a:lvl7pPr lvl="6">
              <a:lnSpc>
                <a:spcPct val="100000"/>
              </a:lnSpc>
              <a:spcBef>
                <a:spcPts val="0"/>
              </a:spcBef>
              <a:spcAft>
                <a:spcPts val="0"/>
              </a:spcAft>
              <a:buClr>
                <a:schemeClr val="lt1"/>
              </a:buClr>
              <a:buSzPts val="1600"/>
              <a:buNone/>
              <a:defRPr sz="1600">
                <a:solidFill>
                  <a:schemeClr val="lt1"/>
                </a:solidFill>
              </a:defRPr>
            </a:lvl7pPr>
            <a:lvl8pPr lvl="7">
              <a:lnSpc>
                <a:spcPct val="100000"/>
              </a:lnSpc>
              <a:spcBef>
                <a:spcPts val="0"/>
              </a:spcBef>
              <a:spcAft>
                <a:spcPts val="0"/>
              </a:spcAft>
              <a:buClr>
                <a:schemeClr val="lt1"/>
              </a:buClr>
              <a:buSzPts val="1600"/>
              <a:buNone/>
              <a:defRPr sz="1600">
                <a:solidFill>
                  <a:schemeClr val="lt1"/>
                </a:solidFill>
              </a:defRPr>
            </a:lvl8pPr>
            <a:lvl9pPr lvl="8">
              <a:lnSpc>
                <a:spcPct val="100000"/>
              </a:lnSpc>
              <a:spcBef>
                <a:spcPts val="0"/>
              </a:spcBef>
              <a:spcAft>
                <a:spcPts val="0"/>
              </a:spcAft>
              <a:buClr>
                <a:schemeClr val="lt1"/>
              </a:buClr>
              <a:buSzPts val="1600"/>
              <a:buNone/>
              <a:defRPr sz="1600">
                <a:solidFill>
                  <a:schemeClr val="lt1"/>
                </a:solidFill>
              </a:defRPr>
            </a:lvl9pPr>
          </a:lstStyle>
          <a:p>
            <a:endParaRPr/>
          </a:p>
        </p:txBody>
      </p:sp>
      <p:sp>
        <p:nvSpPr>
          <p:cNvPr id="101" name="Google Shape;101;p9"/>
          <p:cNvSpPr txBox="1">
            <a:spLocks noGrp="1"/>
          </p:cNvSpPr>
          <p:nvPr>
            <p:ph type="body" idx="2"/>
          </p:nvPr>
        </p:nvSpPr>
        <p:spPr>
          <a:xfrm>
            <a:off x="819150" y="2467050"/>
            <a:ext cx="5859900" cy="2095500"/>
          </a:xfrm>
          <a:prstGeom prst="rect">
            <a:avLst/>
          </a:prstGeom>
        </p:spPr>
        <p:txBody>
          <a:bodyPr spcFirstLastPara="1" wrap="square" lIns="91425" tIns="91425" rIns="91425" bIns="91425" anchor="t" anchorCtr="0">
            <a:normAutofit/>
          </a:bodyPr>
          <a:lstStyle>
            <a:lvl1pPr marL="457200" lvl="0" indent="-311150">
              <a:spcBef>
                <a:spcPts val="0"/>
              </a:spcBef>
              <a:spcAft>
                <a:spcPts val="0"/>
              </a:spcAft>
              <a:buSzPts val="1300"/>
              <a:buChar char="●"/>
              <a:defRPr/>
            </a:lvl1pPr>
            <a:lvl2pPr marL="914400" lvl="1" indent="-298450">
              <a:spcBef>
                <a:spcPts val="0"/>
              </a:spcBef>
              <a:spcAft>
                <a:spcPts val="0"/>
              </a:spcAft>
              <a:buSzPts val="1100"/>
              <a:buChar char="○"/>
              <a:defRPr/>
            </a:lvl2pPr>
            <a:lvl3pPr marL="1371600" lvl="2" indent="-298450">
              <a:spcBef>
                <a:spcPts val="0"/>
              </a:spcBef>
              <a:spcAft>
                <a:spcPts val="0"/>
              </a:spcAft>
              <a:buSzPts val="1100"/>
              <a:buChar char="■"/>
              <a:defRPr/>
            </a:lvl3pPr>
            <a:lvl4pPr marL="1828800" lvl="3" indent="-298450">
              <a:spcBef>
                <a:spcPts val="0"/>
              </a:spcBef>
              <a:spcAft>
                <a:spcPts val="0"/>
              </a:spcAft>
              <a:buSzPts val="1100"/>
              <a:buChar char="●"/>
              <a:defRPr/>
            </a:lvl4pPr>
            <a:lvl5pPr marL="2286000" lvl="4" indent="-298450">
              <a:spcBef>
                <a:spcPts val="0"/>
              </a:spcBef>
              <a:spcAft>
                <a:spcPts val="0"/>
              </a:spcAft>
              <a:buSzPts val="1100"/>
              <a:buChar char="○"/>
              <a:defRPr/>
            </a:lvl5pPr>
            <a:lvl6pPr marL="2743200" lvl="5" indent="-298450">
              <a:spcBef>
                <a:spcPts val="0"/>
              </a:spcBef>
              <a:spcAft>
                <a:spcPts val="0"/>
              </a:spcAft>
              <a:buSzPts val="1100"/>
              <a:buChar char="■"/>
              <a:defRPr/>
            </a:lvl6pPr>
            <a:lvl7pPr marL="3200400" lvl="6" indent="-298450">
              <a:spcBef>
                <a:spcPts val="0"/>
              </a:spcBef>
              <a:spcAft>
                <a:spcPts val="0"/>
              </a:spcAft>
              <a:buSzPts val="1100"/>
              <a:buChar char="●"/>
              <a:defRPr/>
            </a:lvl7pPr>
            <a:lvl8pPr marL="3657600" lvl="7" indent="-298450">
              <a:spcBef>
                <a:spcPts val="0"/>
              </a:spcBef>
              <a:spcAft>
                <a:spcPts val="0"/>
              </a:spcAft>
              <a:buSzPts val="1100"/>
              <a:buChar char="○"/>
              <a:defRPr/>
            </a:lvl8pPr>
            <a:lvl9pPr marL="4114800" lvl="8" indent="-298450">
              <a:spcBef>
                <a:spcPts val="0"/>
              </a:spcBef>
              <a:spcAft>
                <a:spcPts val="0"/>
              </a:spcAft>
              <a:buSzPts val="1100"/>
              <a:buChar char="■"/>
              <a:defRPr/>
            </a:lvl9pPr>
          </a:lstStyle>
          <a:p>
            <a:endParaRPr/>
          </a:p>
        </p:txBody>
      </p:sp>
      <p:sp>
        <p:nvSpPr>
          <p:cNvPr id="102" name="Google Shape;102;p9"/>
          <p:cNvSpPr txBox="1">
            <a:spLocks noGrp="1"/>
          </p:cNvSpPr>
          <p:nvPr>
            <p:ph type="sldNum" idx="12"/>
          </p:nvPr>
        </p:nvSpPr>
        <p:spPr>
          <a:xfrm>
            <a:off x="8390734" y="4543668"/>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matchingName="Caption">
  <p:cSld name="CAPTION_ONLY">
    <p:spTree>
      <p:nvGrpSpPr>
        <p:cNvPr id="1" name="Shape 103"/>
        <p:cNvGrpSpPr/>
        <p:nvPr/>
      </p:nvGrpSpPr>
      <p:grpSpPr>
        <a:xfrm>
          <a:off x="0" y="0"/>
          <a:ext cx="0" cy="0"/>
          <a:chOff x="0" y="0"/>
          <a:chExt cx="0" cy="0"/>
        </a:xfrm>
      </p:grpSpPr>
      <p:sp>
        <p:nvSpPr>
          <p:cNvPr id="104" name="Google Shape;104;p10"/>
          <p:cNvSpPr/>
          <p:nvPr/>
        </p:nvSpPr>
        <p:spPr>
          <a:xfrm>
            <a:off x="31" y="2824500"/>
            <a:ext cx="7370400" cy="2319000"/>
          </a:xfrm>
          <a:prstGeom prst="rtTriangle">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 name="Google Shape;105;p10"/>
          <p:cNvSpPr/>
          <p:nvPr/>
        </p:nvSpPr>
        <p:spPr>
          <a:xfrm flipH="1">
            <a:off x="3582600" y="1550700"/>
            <a:ext cx="5561400" cy="3592800"/>
          </a:xfrm>
          <a:prstGeom prst="rtTriangle">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 name="Google Shape;106;p10"/>
          <p:cNvSpPr/>
          <p:nvPr/>
        </p:nvSpPr>
        <p:spPr>
          <a:xfrm>
            <a:off x="203225" y="206250"/>
            <a:ext cx="8737500" cy="4731000"/>
          </a:xfrm>
          <a:prstGeom prst="rect">
            <a:avLst/>
          </a:prstGeom>
          <a:solidFill>
            <a:schemeClr val="dk1"/>
          </a:solidFill>
          <a:ln>
            <a:noFill/>
          </a:ln>
          <a:effectLst>
            <a:outerShdw blurRad="228600" sx="101000" sy="101000" algn="ctr" rotWithShape="0">
              <a:srgbClr val="000000">
                <a:alpha val="40000"/>
              </a:srgbClr>
            </a:outerShdw>
          </a:effectLst>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 name="Google Shape;107;p10"/>
          <p:cNvSpPr txBox="1">
            <a:spLocks noGrp="1"/>
          </p:cNvSpPr>
          <p:nvPr>
            <p:ph type="body" idx="1"/>
          </p:nvPr>
        </p:nvSpPr>
        <p:spPr>
          <a:xfrm>
            <a:off x="328025" y="4163500"/>
            <a:ext cx="7415100" cy="605100"/>
          </a:xfrm>
          <a:prstGeom prst="rect">
            <a:avLst/>
          </a:prstGeom>
        </p:spPr>
        <p:txBody>
          <a:bodyPr spcFirstLastPara="1" wrap="square" lIns="91425" tIns="91425" rIns="91425" bIns="91425" anchor="b" anchorCtr="0">
            <a:normAutofit/>
          </a:bodyPr>
          <a:lstStyle>
            <a:lvl1pPr marL="457200" lvl="0" indent="-228600">
              <a:lnSpc>
                <a:spcPct val="100000"/>
              </a:lnSpc>
              <a:spcBef>
                <a:spcPts val="0"/>
              </a:spcBef>
              <a:spcAft>
                <a:spcPts val="0"/>
              </a:spcAft>
              <a:buSzPts val="1300"/>
              <a:buNone/>
              <a:defRPr/>
            </a:lvl1pPr>
          </a:lstStyle>
          <a:p>
            <a:endParaRPr/>
          </a:p>
        </p:txBody>
      </p:sp>
      <p:sp>
        <p:nvSpPr>
          <p:cNvPr id="108" name="Google Shape;108;p10"/>
          <p:cNvSpPr txBox="1">
            <a:spLocks noGrp="1"/>
          </p:cNvSpPr>
          <p:nvPr>
            <p:ph type="sldNum" idx="12"/>
          </p:nvPr>
        </p:nvSpPr>
        <p:spPr>
          <a:xfrm>
            <a:off x="8390734" y="4543668"/>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matchingName="Big number">
  <p:cSld name="BIG_NUMBER">
    <p:spTree>
      <p:nvGrpSpPr>
        <p:cNvPr id="1" name="Shape 109"/>
        <p:cNvGrpSpPr/>
        <p:nvPr/>
      </p:nvGrpSpPr>
      <p:grpSpPr>
        <a:xfrm>
          <a:off x="0" y="0"/>
          <a:ext cx="0" cy="0"/>
          <a:chOff x="0" y="0"/>
          <a:chExt cx="0" cy="0"/>
        </a:xfrm>
      </p:grpSpPr>
      <p:sp>
        <p:nvSpPr>
          <p:cNvPr id="110" name="Google Shape;110;p11"/>
          <p:cNvSpPr/>
          <p:nvPr/>
        </p:nvSpPr>
        <p:spPr>
          <a:xfrm flipH="1">
            <a:off x="5569200" y="2834075"/>
            <a:ext cx="3574800" cy="2309400"/>
          </a:xfrm>
          <a:prstGeom prst="rtTriangle">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1" name="Google Shape;111;p11"/>
          <p:cNvGrpSpPr/>
          <p:nvPr/>
        </p:nvGrpSpPr>
        <p:grpSpPr>
          <a:xfrm>
            <a:off x="5959222" y="4119576"/>
            <a:ext cx="2520952" cy="1024165"/>
            <a:chOff x="6917201" y="0"/>
            <a:chExt cx="2227777" cy="863400"/>
          </a:xfrm>
        </p:grpSpPr>
        <p:sp>
          <p:nvSpPr>
            <p:cNvPr id="112" name="Google Shape;112;p11"/>
            <p:cNvSpPr/>
            <p:nvPr/>
          </p:nvSpPr>
          <p:spPr>
            <a:xfrm>
              <a:off x="7641677" y="0"/>
              <a:ext cx="1503300" cy="863400"/>
            </a:xfrm>
            <a:prstGeom prst="parallelogram">
              <a:avLst>
                <a:gd name="adj" fmla="val 158024"/>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 name="Google Shape;113;p11"/>
            <p:cNvSpPr/>
            <p:nvPr/>
          </p:nvSpPr>
          <p:spPr>
            <a:xfrm>
              <a:off x="7279439" y="0"/>
              <a:ext cx="1503300" cy="863400"/>
            </a:xfrm>
            <a:prstGeom prst="parallelogram">
              <a:avLst>
                <a:gd name="adj" fmla="val 158024"/>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 name="Google Shape;114;p11"/>
            <p:cNvSpPr/>
            <p:nvPr/>
          </p:nvSpPr>
          <p:spPr>
            <a:xfrm>
              <a:off x="6917201" y="0"/>
              <a:ext cx="1503300" cy="863400"/>
            </a:xfrm>
            <a:prstGeom prst="parallelogram">
              <a:avLst>
                <a:gd name="adj" fmla="val 158024"/>
              </a:avLst>
            </a:pr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5" name="Google Shape;115;p11"/>
          <p:cNvGrpSpPr/>
          <p:nvPr/>
        </p:nvGrpSpPr>
        <p:grpSpPr>
          <a:xfrm>
            <a:off x="199149" y="2"/>
            <a:ext cx="2795414" cy="1083308"/>
            <a:chOff x="6917201" y="0"/>
            <a:chExt cx="2227777" cy="863400"/>
          </a:xfrm>
        </p:grpSpPr>
        <p:sp>
          <p:nvSpPr>
            <p:cNvPr id="116" name="Google Shape;116;p11"/>
            <p:cNvSpPr/>
            <p:nvPr/>
          </p:nvSpPr>
          <p:spPr>
            <a:xfrm>
              <a:off x="7641677" y="0"/>
              <a:ext cx="1503300" cy="863400"/>
            </a:xfrm>
            <a:prstGeom prst="parallelogram">
              <a:avLst>
                <a:gd name="adj" fmla="val 158024"/>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 name="Google Shape;117;p11"/>
            <p:cNvSpPr/>
            <p:nvPr/>
          </p:nvSpPr>
          <p:spPr>
            <a:xfrm>
              <a:off x="7279439" y="0"/>
              <a:ext cx="1503300" cy="863400"/>
            </a:xfrm>
            <a:prstGeom prst="parallelogram">
              <a:avLst>
                <a:gd name="adj" fmla="val 158024"/>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 name="Google Shape;118;p11"/>
            <p:cNvSpPr/>
            <p:nvPr/>
          </p:nvSpPr>
          <p:spPr>
            <a:xfrm>
              <a:off x="6917201" y="0"/>
              <a:ext cx="1503300" cy="863400"/>
            </a:xfrm>
            <a:prstGeom prst="parallelogram">
              <a:avLst>
                <a:gd name="adj" fmla="val 158024"/>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9" name="Google Shape;119;p11"/>
          <p:cNvSpPr txBox="1">
            <a:spLocks noGrp="1"/>
          </p:cNvSpPr>
          <p:nvPr>
            <p:ph type="title" hasCustomPrompt="1"/>
          </p:nvPr>
        </p:nvSpPr>
        <p:spPr>
          <a:xfrm>
            <a:off x="1385850" y="1383850"/>
            <a:ext cx="6372300" cy="1379700"/>
          </a:xfrm>
          <a:prstGeom prst="rect">
            <a:avLst/>
          </a:prstGeom>
        </p:spPr>
        <p:txBody>
          <a:bodyPr spcFirstLastPara="1" wrap="square" lIns="91425" tIns="91425" rIns="91425" bIns="91425" anchor="ctr" anchorCtr="0">
            <a:normAutofit/>
          </a:bodyPr>
          <a:lstStyle>
            <a:lvl1pPr lvl="0" algn="ctr">
              <a:spcBef>
                <a:spcPts val="0"/>
              </a:spcBef>
              <a:spcAft>
                <a:spcPts val="0"/>
              </a:spcAft>
              <a:buClr>
                <a:schemeClr val="dk2"/>
              </a:buClr>
              <a:buSzPts val="8600"/>
              <a:buNone/>
              <a:defRPr sz="8600">
                <a:solidFill>
                  <a:schemeClr val="dk2"/>
                </a:solidFill>
              </a:defRPr>
            </a:lvl1pPr>
            <a:lvl2pPr lvl="1" algn="ctr">
              <a:spcBef>
                <a:spcPts val="0"/>
              </a:spcBef>
              <a:spcAft>
                <a:spcPts val="0"/>
              </a:spcAft>
              <a:buClr>
                <a:schemeClr val="dk2"/>
              </a:buClr>
              <a:buSzPts val="8600"/>
              <a:buNone/>
              <a:defRPr sz="8600">
                <a:solidFill>
                  <a:schemeClr val="dk2"/>
                </a:solidFill>
              </a:defRPr>
            </a:lvl2pPr>
            <a:lvl3pPr lvl="2" algn="ctr">
              <a:spcBef>
                <a:spcPts val="0"/>
              </a:spcBef>
              <a:spcAft>
                <a:spcPts val="0"/>
              </a:spcAft>
              <a:buClr>
                <a:schemeClr val="dk2"/>
              </a:buClr>
              <a:buSzPts val="8600"/>
              <a:buNone/>
              <a:defRPr sz="8600">
                <a:solidFill>
                  <a:schemeClr val="dk2"/>
                </a:solidFill>
              </a:defRPr>
            </a:lvl3pPr>
            <a:lvl4pPr lvl="3" algn="ctr">
              <a:spcBef>
                <a:spcPts val="0"/>
              </a:spcBef>
              <a:spcAft>
                <a:spcPts val="0"/>
              </a:spcAft>
              <a:buClr>
                <a:schemeClr val="dk2"/>
              </a:buClr>
              <a:buSzPts val="8600"/>
              <a:buNone/>
              <a:defRPr sz="8600">
                <a:solidFill>
                  <a:schemeClr val="dk2"/>
                </a:solidFill>
              </a:defRPr>
            </a:lvl4pPr>
            <a:lvl5pPr lvl="4" algn="ctr">
              <a:spcBef>
                <a:spcPts val="0"/>
              </a:spcBef>
              <a:spcAft>
                <a:spcPts val="0"/>
              </a:spcAft>
              <a:buClr>
                <a:schemeClr val="dk2"/>
              </a:buClr>
              <a:buSzPts val="8600"/>
              <a:buNone/>
              <a:defRPr sz="8600">
                <a:solidFill>
                  <a:schemeClr val="dk2"/>
                </a:solidFill>
              </a:defRPr>
            </a:lvl5pPr>
            <a:lvl6pPr lvl="5" algn="ctr">
              <a:spcBef>
                <a:spcPts val="0"/>
              </a:spcBef>
              <a:spcAft>
                <a:spcPts val="0"/>
              </a:spcAft>
              <a:buClr>
                <a:schemeClr val="dk2"/>
              </a:buClr>
              <a:buSzPts val="8600"/>
              <a:buNone/>
              <a:defRPr sz="8600">
                <a:solidFill>
                  <a:schemeClr val="dk2"/>
                </a:solidFill>
              </a:defRPr>
            </a:lvl6pPr>
            <a:lvl7pPr lvl="6" algn="ctr">
              <a:spcBef>
                <a:spcPts val="0"/>
              </a:spcBef>
              <a:spcAft>
                <a:spcPts val="0"/>
              </a:spcAft>
              <a:buClr>
                <a:schemeClr val="dk2"/>
              </a:buClr>
              <a:buSzPts val="8600"/>
              <a:buNone/>
              <a:defRPr sz="8600">
                <a:solidFill>
                  <a:schemeClr val="dk2"/>
                </a:solidFill>
              </a:defRPr>
            </a:lvl7pPr>
            <a:lvl8pPr lvl="7" algn="ctr">
              <a:spcBef>
                <a:spcPts val="0"/>
              </a:spcBef>
              <a:spcAft>
                <a:spcPts val="0"/>
              </a:spcAft>
              <a:buClr>
                <a:schemeClr val="dk2"/>
              </a:buClr>
              <a:buSzPts val="8600"/>
              <a:buNone/>
              <a:defRPr sz="8600">
                <a:solidFill>
                  <a:schemeClr val="dk2"/>
                </a:solidFill>
              </a:defRPr>
            </a:lvl8pPr>
            <a:lvl9pPr lvl="8" algn="ctr">
              <a:spcBef>
                <a:spcPts val="0"/>
              </a:spcBef>
              <a:spcAft>
                <a:spcPts val="0"/>
              </a:spcAft>
              <a:buClr>
                <a:schemeClr val="dk2"/>
              </a:buClr>
              <a:buSzPts val="8600"/>
              <a:buNone/>
              <a:defRPr sz="8600">
                <a:solidFill>
                  <a:schemeClr val="dk2"/>
                </a:solidFill>
              </a:defRPr>
            </a:lvl9pPr>
          </a:lstStyle>
          <a:p>
            <a:r>
              <a:t>xx%</a:t>
            </a:r>
          </a:p>
        </p:txBody>
      </p:sp>
      <p:sp>
        <p:nvSpPr>
          <p:cNvPr id="120" name="Google Shape;120;p11"/>
          <p:cNvSpPr txBox="1">
            <a:spLocks noGrp="1"/>
          </p:cNvSpPr>
          <p:nvPr>
            <p:ph type="body" idx="1"/>
          </p:nvPr>
        </p:nvSpPr>
        <p:spPr>
          <a:xfrm>
            <a:off x="1385850" y="2863850"/>
            <a:ext cx="6372300" cy="641100"/>
          </a:xfrm>
          <a:prstGeom prst="rect">
            <a:avLst/>
          </a:prstGeom>
        </p:spPr>
        <p:txBody>
          <a:bodyPr spcFirstLastPara="1" wrap="square" lIns="91425" tIns="91425" rIns="91425" bIns="91425" anchor="t" anchorCtr="0">
            <a:normAutofit/>
          </a:bodyPr>
          <a:lstStyle>
            <a:lvl1pPr marL="457200" lvl="0" indent="-311150" algn="ctr">
              <a:spcBef>
                <a:spcPts val="0"/>
              </a:spcBef>
              <a:spcAft>
                <a:spcPts val="0"/>
              </a:spcAft>
              <a:buSzPts val="1300"/>
              <a:buChar char="●"/>
              <a:defRPr/>
            </a:lvl1pPr>
            <a:lvl2pPr marL="914400" lvl="1" indent="-298450" algn="ctr">
              <a:spcBef>
                <a:spcPts val="0"/>
              </a:spcBef>
              <a:spcAft>
                <a:spcPts val="0"/>
              </a:spcAft>
              <a:buSzPts val="1100"/>
              <a:buChar char="○"/>
              <a:defRPr/>
            </a:lvl2pPr>
            <a:lvl3pPr marL="1371600" lvl="2" indent="-298450" algn="ctr">
              <a:spcBef>
                <a:spcPts val="0"/>
              </a:spcBef>
              <a:spcAft>
                <a:spcPts val="0"/>
              </a:spcAft>
              <a:buSzPts val="1100"/>
              <a:buChar char="■"/>
              <a:defRPr/>
            </a:lvl3pPr>
            <a:lvl4pPr marL="1828800" lvl="3" indent="-298450" algn="ctr">
              <a:spcBef>
                <a:spcPts val="0"/>
              </a:spcBef>
              <a:spcAft>
                <a:spcPts val="0"/>
              </a:spcAft>
              <a:buSzPts val="1100"/>
              <a:buChar char="●"/>
              <a:defRPr/>
            </a:lvl4pPr>
            <a:lvl5pPr marL="2286000" lvl="4" indent="-298450" algn="ctr">
              <a:spcBef>
                <a:spcPts val="0"/>
              </a:spcBef>
              <a:spcAft>
                <a:spcPts val="0"/>
              </a:spcAft>
              <a:buSzPts val="1100"/>
              <a:buChar char="○"/>
              <a:defRPr/>
            </a:lvl5pPr>
            <a:lvl6pPr marL="2743200" lvl="5" indent="-298450" algn="ctr">
              <a:spcBef>
                <a:spcPts val="0"/>
              </a:spcBef>
              <a:spcAft>
                <a:spcPts val="0"/>
              </a:spcAft>
              <a:buSzPts val="1100"/>
              <a:buChar char="■"/>
              <a:defRPr/>
            </a:lvl6pPr>
            <a:lvl7pPr marL="3200400" lvl="6" indent="-298450" algn="ctr">
              <a:spcBef>
                <a:spcPts val="0"/>
              </a:spcBef>
              <a:spcAft>
                <a:spcPts val="0"/>
              </a:spcAft>
              <a:buSzPts val="1100"/>
              <a:buChar char="●"/>
              <a:defRPr/>
            </a:lvl7pPr>
            <a:lvl8pPr marL="3657600" lvl="7" indent="-298450" algn="ctr">
              <a:spcBef>
                <a:spcPts val="0"/>
              </a:spcBef>
              <a:spcAft>
                <a:spcPts val="0"/>
              </a:spcAft>
              <a:buSzPts val="1100"/>
              <a:buChar char="○"/>
              <a:defRPr/>
            </a:lvl8pPr>
            <a:lvl9pPr marL="4114800" lvl="8" indent="-298450" algn="ctr">
              <a:spcBef>
                <a:spcPts val="0"/>
              </a:spcBef>
              <a:spcAft>
                <a:spcPts val="0"/>
              </a:spcAft>
              <a:buSzPts val="1100"/>
              <a:buChar char="■"/>
              <a:defRPr/>
            </a:lvl9pPr>
          </a:lstStyle>
          <a:p>
            <a:endParaRPr/>
          </a:p>
        </p:txBody>
      </p:sp>
      <p:sp>
        <p:nvSpPr>
          <p:cNvPr id="121" name="Google Shape;121;p11"/>
          <p:cNvSpPr txBox="1">
            <a:spLocks noGrp="1"/>
          </p:cNvSpPr>
          <p:nvPr>
            <p:ph type="sldNum" idx="12"/>
          </p:nvPr>
        </p:nvSpPr>
        <p:spPr>
          <a:xfrm>
            <a:off x="8390734" y="4543668"/>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matchingName="Blank" type="blank">
  <p:cSld name="BLANK">
    <p:spTree>
      <p:nvGrpSpPr>
        <p:cNvPr id="1" name="Shape 122"/>
        <p:cNvGrpSpPr/>
        <p:nvPr/>
      </p:nvGrpSpPr>
      <p:grpSpPr>
        <a:xfrm>
          <a:off x="0" y="0"/>
          <a:ext cx="0" cy="0"/>
          <a:chOff x="0" y="0"/>
          <a:chExt cx="0" cy="0"/>
        </a:xfrm>
      </p:grpSpPr>
      <p:sp>
        <p:nvSpPr>
          <p:cNvPr id="123" name="Google Shape;123;p12"/>
          <p:cNvSpPr txBox="1">
            <a:spLocks noGrp="1"/>
          </p:cNvSpPr>
          <p:nvPr>
            <p:ph type="sldNum" idx="12"/>
          </p:nvPr>
        </p:nvSpPr>
        <p:spPr>
          <a:xfrm>
            <a:off x="8390734" y="4543668"/>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5"/>
        <p:cNvGrpSpPr/>
        <p:nvPr/>
      </p:nvGrpSpPr>
      <p:grpSpPr>
        <a:xfrm>
          <a:off x="0" y="0"/>
          <a:ext cx="0" cy="0"/>
          <a:chOff x="0" y="0"/>
          <a:chExt cx="0" cy="0"/>
        </a:xfrm>
      </p:grpSpPr>
      <p:sp>
        <p:nvSpPr>
          <p:cNvPr id="16" name="Google Shape;16;p14"/>
          <p:cNvSpPr txBox="1">
            <a:spLocks noGrp="1"/>
          </p:cNvSpPr>
          <p:nvPr>
            <p:ph type="dt" idx="10"/>
          </p:nvPr>
        </p:nvSpPr>
        <p:spPr>
          <a:xfrm>
            <a:off x="628650" y="4767263"/>
            <a:ext cx="2057400" cy="27384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7" name="Google Shape;17;p14"/>
          <p:cNvSpPr txBox="1">
            <a:spLocks noGrp="1"/>
          </p:cNvSpPr>
          <p:nvPr>
            <p:ph type="ftr" idx="11"/>
          </p:nvPr>
        </p:nvSpPr>
        <p:spPr>
          <a:xfrm>
            <a:off x="3028950" y="4767263"/>
            <a:ext cx="3086100" cy="27384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8" name="Google Shape;18;p14"/>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GB" smtClean="0"/>
              <a:pPr/>
              <a:t>‹#›</a:t>
            </a:fld>
            <a:endParaRPr lang="en-GB"/>
          </a:p>
        </p:txBody>
      </p:sp>
    </p:spTree>
    <p:extLst>
      <p:ext uri="{BB962C8B-B14F-4D97-AF65-F5344CB8AC3E}">
        <p14:creationId xmlns:p14="http://schemas.microsoft.com/office/powerpoint/2010/main" val="375065690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Content" type="obj">
  <p:cSld name="Title and Content">
    <p:spTree>
      <p:nvGrpSpPr>
        <p:cNvPr id="1" name="Shape 19"/>
        <p:cNvGrpSpPr/>
        <p:nvPr/>
      </p:nvGrpSpPr>
      <p:grpSpPr>
        <a:xfrm>
          <a:off x="0" y="0"/>
          <a:ext cx="0" cy="0"/>
          <a:chOff x="0" y="0"/>
          <a:chExt cx="0" cy="0"/>
        </a:xfrm>
      </p:grpSpPr>
      <p:sp>
        <p:nvSpPr>
          <p:cNvPr id="20" name="Google Shape;20;p15"/>
          <p:cNvSpPr txBox="1">
            <a:spLocks noGrp="1"/>
          </p:cNvSpPr>
          <p:nvPr>
            <p:ph type="title"/>
          </p:nvPr>
        </p:nvSpPr>
        <p:spPr>
          <a:xfrm>
            <a:off x="628650" y="273844"/>
            <a:ext cx="7886700" cy="99417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1" name="Google Shape;21;p15"/>
          <p:cNvSpPr txBox="1">
            <a:spLocks noGrp="1"/>
          </p:cNvSpPr>
          <p:nvPr>
            <p:ph type="body" idx="1"/>
          </p:nvPr>
        </p:nvSpPr>
        <p:spPr>
          <a:xfrm>
            <a:off x="628650" y="1369219"/>
            <a:ext cx="7886700" cy="3263504"/>
          </a:xfrm>
          <a:prstGeom prst="rect">
            <a:avLst/>
          </a:prstGeom>
          <a:noFill/>
          <a:ln>
            <a:noFill/>
          </a:ln>
        </p:spPr>
        <p:txBody>
          <a:bodyPr spcFirstLastPara="1" wrap="square" lIns="91425" tIns="45700" rIns="91425" bIns="45700" anchor="t" anchorCtr="0">
            <a:normAutofit/>
          </a:bodyPr>
          <a:lstStyle>
            <a:lvl1pPr marL="342900" lvl="0" indent="-257175" algn="l">
              <a:lnSpc>
                <a:spcPct val="90000"/>
              </a:lnSpc>
              <a:spcBef>
                <a:spcPts val="750"/>
              </a:spcBef>
              <a:spcAft>
                <a:spcPts val="0"/>
              </a:spcAft>
              <a:buClr>
                <a:schemeClr val="dk1"/>
              </a:buClr>
              <a:buSzPts val="1800"/>
              <a:buChar char="•"/>
              <a:defRPr/>
            </a:lvl1pPr>
            <a:lvl2pPr marL="685800" lvl="1" indent="-257175" algn="l">
              <a:lnSpc>
                <a:spcPct val="90000"/>
              </a:lnSpc>
              <a:spcBef>
                <a:spcPts val="375"/>
              </a:spcBef>
              <a:spcAft>
                <a:spcPts val="0"/>
              </a:spcAft>
              <a:buClr>
                <a:schemeClr val="dk1"/>
              </a:buClr>
              <a:buSzPts val="1800"/>
              <a:buChar char="•"/>
              <a:defRPr/>
            </a:lvl2pPr>
            <a:lvl3pPr marL="1028700" lvl="2" indent="-257175" algn="l">
              <a:lnSpc>
                <a:spcPct val="90000"/>
              </a:lnSpc>
              <a:spcBef>
                <a:spcPts val="375"/>
              </a:spcBef>
              <a:spcAft>
                <a:spcPts val="0"/>
              </a:spcAft>
              <a:buClr>
                <a:schemeClr val="dk1"/>
              </a:buClr>
              <a:buSzPts val="1800"/>
              <a:buChar char="•"/>
              <a:defRPr/>
            </a:lvl3pPr>
            <a:lvl4pPr marL="1371600" lvl="3" indent="-257175" algn="l">
              <a:lnSpc>
                <a:spcPct val="90000"/>
              </a:lnSpc>
              <a:spcBef>
                <a:spcPts val="375"/>
              </a:spcBef>
              <a:spcAft>
                <a:spcPts val="0"/>
              </a:spcAft>
              <a:buClr>
                <a:schemeClr val="dk1"/>
              </a:buClr>
              <a:buSzPts val="1800"/>
              <a:buChar char="•"/>
              <a:defRPr/>
            </a:lvl4pPr>
            <a:lvl5pPr marL="1714500" lvl="4" indent="-257175" algn="l">
              <a:lnSpc>
                <a:spcPct val="90000"/>
              </a:lnSpc>
              <a:spcBef>
                <a:spcPts val="375"/>
              </a:spcBef>
              <a:spcAft>
                <a:spcPts val="0"/>
              </a:spcAft>
              <a:buClr>
                <a:schemeClr val="dk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endParaRPr/>
          </a:p>
        </p:txBody>
      </p:sp>
      <p:sp>
        <p:nvSpPr>
          <p:cNvPr id="22" name="Google Shape;22;p15"/>
          <p:cNvSpPr txBox="1">
            <a:spLocks noGrp="1"/>
          </p:cNvSpPr>
          <p:nvPr>
            <p:ph type="dt" idx="10"/>
          </p:nvPr>
        </p:nvSpPr>
        <p:spPr>
          <a:xfrm>
            <a:off x="628650" y="4767263"/>
            <a:ext cx="2057400" cy="27384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3" name="Google Shape;23;p15"/>
          <p:cNvSpPr txBox="1">
            <a:spLocks noGrp="1"/>
          </p:cNvSpPr>
          <p:nvPr>
            <p:ph type="ftr" idx="11"/>
          </p:nvPr>
        </p:nvSpPr>
        <p:spPr>
          <a:xfrm>
            <a:off x="3028950" y="4767263"/>
            <a:ext cx="3086100" cy="27384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4" name="Google Shape;24;p15"/>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GB" smtClean="0"/>
              <a:pPr/>
              <a:t>‹#›</a:t>
            </a:fld>
            <a:endParaRPr lang="en-GB"/>
          </a:p>
        </p:txBody>
      </p:sp>
    </p:spTree>
    <p:extLst>
      <p:ext uri="{BB962C8B-B14F-4D97-AF65-F5344CB8AC3E}">
        <p14:creationId xmlns:p14="http://schemas.microsoft.com/office/powerpoint/2010/main" val="103842672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Slide" type="title">
  <p:cSld name="Title Slide">
    <p:spTree>
      <p:nvGrpSpPr>
        <p:cNvPr id="1" name="Shape 25"/>
        <p:cNvGrpSpPr/>
        <p:nvPr/>
      </p:nvGrpSpPr>
      <p:grpSpPr>
        <a:xfrm>
          <a:off x="0" y="0"/>
          <a:ext cx="0" cy="0"/>
          <a:chOff x="0" y="0"/>
          <a:chExt cx="0" cy="0"/>
        </a:xfrm>
      </p:grpSpPr>
      <p:sp>
        <p:nvSpPr>
          <p:cNvPr id="26" name="Google Shape;26;p16"/>
          <p:cNvSpPr txBox="1">
            <a:spLocks noGrp="1"/>
          </p:cNvSpPr>
          <p:nvPr>
            <p:ph type="ctrTitle"/>
          </p:nvPr>
        </p:nvSpPr>
        <p:spPr>
          <a:xfrm>
            <a:off x="1143000" y="841772"/>
            <a:ext cx="6858000" cy="17907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45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7" name="Google Shape;27;p16"/>
          <p:cNvSpPr txBox="1">
            <a:spLocks noGrp="1"/>
          </p:cNvSpPr>
          <p:nvPr>
            <p:ph type="subTitle" idx="1"/>
          </p:nvPr>
        </p:nvSpPr>
        <p:spPr>
          <a:xfrm>
            <a:off x="1143000" y="2701528"/>
            <a:ext cx="6858000" cy="124182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750"/>
              </a:spcBef>
              <a:spcAft>
                <a:spcPts val="0"/>
              </a:spcAft>
              <a:buClr>
                <a:schemeClr val="dk1"/>
              </a:buClr>
              <a:buSzPts val="2400"/>
              <a:buNone/>
              <a:defRPr sz="1800"/>
            </a:lvl1pPr>
            <a:lvl2pPr lvl="1" algn="ctr">
              <a:lnSpc>
                <a:spcPct val="90000"/>
              </a:lnSpc>
              <a:spcBef>
                <a:spcPts val="375"/>
              </a:spcBef>
              <a:spcAft>
                <a:spcPts val="0"/>
              </a:spcAft>
              <a:buClr>
                <a:schemeClr val="dk1"/>
              </a:buClr>
              <a:buSzPts val="2000"/>
              <a:buNone/>
              <a:defRPr sz="1500"/>
            </a:lvl2pPr>
            <a:lvl3pPr lvl="2" algn="ctr">
              <a:lnSpc>
                <a:spcPct val="90000"/>
              </a:lnSpc>
              <a:spcBef>
                <a:spcPts val="375"/>
              </a:spcBef>
              <a:spcAft>
                <a:spcPts val="0"/>
              </a:spcAft>
              <a:buClr>
                <a:schemeClr val="dk1"/>
              </a:buClr>
              <a:buSzPts val="1800"/>
              <a:buNone/>
              <a:defRPr sz="1350"/>
            </a:lvl3pPr>
            <a:lvl4pPr lvl="3" algn="ctr">
              <a:lnSpc>
                <a:spcPct val="90000"/>
              </a:lnSpc>
              <a:spcBef>
                <a:spcPts val="375"/>
              </a:spcBef>
              <a:spcAft>
                <a:spcPts val="0"/>
              </a:spcAft>
              <a:buClr>
                <a:schemeClr val="dk1"/>
              </a:buClr>
              <a:buSzPts val="1600"/>
              <a:buNone/>
              <a:defRPr sz="1200"/>
            </a:lvl4pPr>
            <a:lvl5pPr lvl="4" algn="ctr">
              <a:lnSpc>
                <a:spcPct val="90000"/>
              </a:lnSpc>
              <a:spcBef>
                <a:spcPts val="375"/>
              </a:spcBef>
              <a:spcAft>
                <a:spcPts val="0"/>
              </a:spcAft>
              <a:buClr>
                <a:schemeClr val="dk1"/>
              </a:buClr>
              <a:buSzPts val="1600"/>
              <a:buNone/>
              <a:defRPr sz="1200"/>
            </a:lvl5pPr>
            <a:lvl6pPr lvl="5" algn="ctr">
              <a:lnSpc>
                <a:spcPct val="90000"/>
              </a:lnSpc>
              <a:spcBef>
                <a:spcPts val="375"/>
              </a:spcBef>
              <a:spcAft>
                <a:spcPts val="0"/>
              </a:spcAft>
              <a:buClr>
                <a:schemeClr val="dk1"/>
              </a:buClr>
              <a:buSzPts val="1600"/>
              <a:buNone/>
              <a:defRPr sz="1200"/>
            </a:lvl6pPr>
            <a:lvl7pPr lvl="6" algn="ctr">
              <a:lnSpc>
                <a:spcPct val="90000"/>
              </a:lnSpc>
              <a:spcBef>
                <a:spcPts val="375"/>
              </a:spcBef>
              <a:spcAft>
                <a:spcPts val="0"/>
              </a:spcAft>
              <a:buClr>
                <a:schemeClr val="dk1"/>
              </a:buClr>
              <a:buSzPts val="1600"/>
              <a:buNone/>
              <a:defRPr sz="1200"/>
            </a:lvl7pPr>
            <a:lvl8pPr lvl="7" algn="ctr">
              <a:lnSpc>
                <a:spcPct val="90000"/>
              </a:lnSpc>
              <a:spcBef>
                <a:spcPts val="375"/>
              </a:spcBef>
              <a:spcAft>
                <a:spcPts val="0"/>
              </a:spcAft>
              <a:buClr>
                <a:schemeClr val="dk1"/>
              </a:buClr>
              <a:buSzPts val="1600"/>
              <a:buNone/>
              <a:defRPr sz="1200"/>
            </a:lvl8pPr>
            <a:lvl9pPr lvl="8" algn="ctr">
              <a:lnSpc>
                <a:spcPct val="90000"/>
              </a:lnSpc>
              <a:spcBef>
                <a:spcPts val="375"/>
              </a:spcBef>
              <a:spcAft>
                <a:spcPts val="0"/>
              </a:spcAft>
              <a:buClr>
                <a:schemeClr val="dk1"/>
              </a:buClr>
              <a:buSzPts val="1600"/>
              <a:buNone/>
              <a:defRPr sz="1200"/>
            </a:lvl9pPr>
          </a:lstStyle>
          <a:p>
            <a:endParaRPr/>
          </a:p>
        </p:txBody>
      </p:sp>
      <p:sp>
        <p:nvSpPr>
          <p:cNvPr id="28" name="Google Shape;28;p16"/>
          <p:cNvSpPr txBox="1">
            <a:spLocks noGrp="1"/>
          </p:cNvSpPr>
          <p:nvPr>
            <p:ph type="dt" idx="10"/>
          </p:nvPr>
        </p:nvSpPr>
        <p:spPr>
          <a:xfrm>
            <a:off x="628650" y="4767263"/>
            <a:ext cx="2057400" cy="27384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9" name="Google Shape;29;p16"/>
          <p:cNvSpPr txBox="1">
            <a:spLocks noGrp="1"/>
          </p:cNvSpPr>
          <p:nvPr>
            <p:ph type="ftr" idx="11"/>
          </p:nvPr>
        </p:nvSpPr>
        <p:spPr>
          <a:xfrm>
            <a:off x="3028950" y="4767263"/>
            <a:ext cx="3086100" cy="27384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0" name="Google Shape;30;p16"/>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GB" smtClean="0"/>
              <a:pPr/>
              <a:t>‹#›</a:t>
            </a:fld>
            <a:endParaRPr lang="en-GB"/>
          </a:p>
        </p:txBody>
      </p:sp>
    </p:spTree>
    <p:extLst>
      <p:ext uri="{BB962C8B-B14F-4D97-AF65-F5344CB8AC3E}">
        <p14:creationId xmlns:p14="http://schemas.microsoft.com/office/powerpoint/2010/main" val="339376403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Section Header" type="secHead">
  <p:cSld name="Section Header">
    <p:spTree>
      <p:nvGrpSpPr>
        <p:cNvPr id="1" name="Shape 31"/>
        <p:cNvGrpSpPr/>
        <p:nvPr/>
      </p:nvGrpSpPr>
      <p:grpSpPr>
        <a:xfrm>
          <a:off x="0" y="0"/>
          <a:ext cx="0" cy="0"/>
          <a:chOff x="0" y="0"/>
          <a:chExt cx="0" cy="0"/>
        </a:xfrm>
      </p:grpSpPr>
      <p:sp>
        <p:nvSpPr>
          <p:cNvPr id="32" name="Google Shape;32;p17"/>
          <p:cNvSpPr txBox="1">
            <a:spLocks noGrp="1"/>
          </p:cNvSpPr>
          <p:nvPr>
            <p:ph type="title"/>
          </p:nvPr>
        </p:nvSpPr>
        <p:spPr>
          <a:xfrm>
            <a:off x="623888" y="1282304"/>
            <a:ext cx="7886700" cy="2139553"/>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45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3" name="Google Shape;33;p17"/>
          <p:cNvSpPr txBox="1">
            <a:spLocks noGrp="1"/>
          </p:cNvSpPr>
          <p:nvPr>
            <p:ph type="body" idx="1"/>
          </p:nvPr>
        </p:nvSpPr>
        <p:spPr>
          <a:xfrm>
            <a:off x="623888" y="3442098"/>
            <a:ext cx="7886700" cy="1125140"/>
          </a:xfrm>
          <a:prstGeom prst="rect">
            <a:avLst/>
          </a:prstGeom>
          <a:noFill/>
          <a:ln>
            <a:noFill/>
          </a:ln>
        </p:spPr>
        <p:txBody>
          <a:bodyPr spcFirstLastPara="1" wrap="square" lIns="91425" tIns="45700" rIns="91425" bIns="45700" anchor="t" anchorCtr="0">
            <a:normAutofit/>
          </a:bodyPr>
          <a:lstStyle>
            <a:lvl1pPr marL="342900" lvl="0" indent="-171450" algn="l">
              <a:lnSpc>
                <a:spcPct val="90000"/>
              </a:lnSpc>
              <a:spcBef>
                <a:spcPts val="750"/>
              </a:spcBef>
              <a:spcAft>
                <a:spcPts val="0"/>
              </a:spcAft>
              <a:buClr>
                <a:srgbClr val="888888"/>
              </a:buClr>
              <a:buSzPts val="2400"/>
              <a:buNone/>
              <a:defRPr sz="1800">
                <a:solidFill>
                  <a:srgbClr val="888888"/>
                </a:solidFill>
              </a:defRPr>
            </a:lvl1pPr>
            <a:lvl2pPr marL="685800" lvl="1" indent="-171450" algn="l">
              <a:lnSpc>
                <a:spcPct val="90000"/>
              </a:lnSpc>
              <a:spcBef>
                <a:spcPts val="375"/>
              </a:spcBef>
              <a:spcAft>
                <a:spcPts val="0"/>
              </a:spcAft>
              <a:buClr>
                <a:srgbClr val="888888"/>
              </a:buClr>
              <a:buSzPts val="2000"/>
              <a:buNone/>
              <a:defRPr sz="1500">
                <a:solidFill>
                  <a:srgbClr val="888888"/>
                </a:solidFill>
              </a:defRPr>
            </a:lvl2pPr>
            <a:lvl3pPr marL="1028700" lvl="2" indent="-171450" algn="l">
              <a:lnSpc>
                <a:spcPct val="90000"/>
              </a:lnSpc>
              <a:spcBef>
                <a:spcPts val="375"/>
              </a:spcBef>
              <a:spcAft>
                <a:spcPts val="0"/>
              </a:spcAft>
              <a:buClr>
                <a:srgbClr val="888888"/>
              </a:buClr>
              <a:buSzPts val="1800"/>
              <a:buNone/>
              <a:defRPr sz="1350">
                <a:solidFill>
                  <a:srgbClr val="888888"/>
                </a:solidFill>
              </a:defRPr>
            </a:lvl3pPr>
            <a:lvl4pPr marL="1371600" lvl="3" indent="-171450" algn="l">
              <a:lnSpc>
                <a:spcPct val="90000"/>
              </a:lnSpc>
              <a:spcBef>
                <a:spcPts val="375"/>
              </a:spcBef>
              <a:spcAft>
                <a:spcPts val="0"/>
              </a:spcAft>
              <a:buClr>
                <a:srgbClr val="888888"/>
              </a:buClr>
              <a:buSzPts val="1600"/>
              <a:buNone/>
              <a:defRPr sz="1200">
                <a:solidFill>
                  <a:srgbClr val="888888"/>
                </a:solidFill>
              </a:defRPr>
            </a:lvl4pPr>
            <a:lvl5pPr marL="1714500" lvl="4" indent="-171450" algn="l">
              <a:lnSpc>
                <a:spcPct val="90000"/>
              </a:lnSpc>
              <a:spcBef>
                <a:spcPts val="375"/>
              </a:spcBef>
              <a:spcAft>
                <a:spcPts val="0"/>
              </a:spcAft>
              <a:buClr>
                <a:srgbClr val="888888"/>
              </a:buClr>
              <a:buSzPts val="1600"/>
              <a:buNone/>
              <a:defRPr sz="1200">
                <a:solidFill>
                  <a:srgbClr val="888888"/>
                </a:solidFill>
              </a:defRPr>
            </a:lvl5pPr>
            <a:lvl6pPr marL="2057400" lvl="5" indent="-171450" algn="l">
              <a:lnSpc>
                <a:spcPct val="90000"/>
              </a:lnSpc>
              <a:spcBef>
                <a:spcPts val="375"/>
              </a:spcBef>
              <a:spcAft>
                <a:spcPts val="0"/>
              </a:spcAft>
              <a:buClr>
                <a:srgbClr val="888888"/>
              </a:buClr>
              <a:buSzPts val="1600"/>
              <a:buNone/>
              <a:defRPr sz="1200">
                <a:solidFill>
                  <a:srgbClr val="888888"/>
                </a:solidFill>
              </a:defRPr>
            </a:lvl6pPr>
            <a:lvl7pPr marL="2400300" lvl="6" indent="-171450" algn="l">
              <a:lnSpc>
                <a:spcPct val="90000"/>
              </a:lnSpc>
              <a:spcBef>
                <a:spcPts val="375"/>
              </a:spcBef>
              <a:spcAft>
                <a:spcPts val="0"/>
              </a:spcAft>
              <a:buClr>
                <a:srgbClr val="888888"/>
              </a:buClr>
              <a:buSzPts val="1600"/>
              <a:buNone/>
              <a:defRPr sz="1200">
                <a:solidFill>
                  <a:srgbClr val="888888"/>
                </a:solidFill>
              </a:defRPr>
            </a:lvl7pPr>
            <a:lvl8pPr marL="2743200" lvl="7" indent="-171450" algn="l">
              <a:lnSpc>
                <a:spcPct val="90000"/>
              </a:lnSpc>
              <a:spcBef>
                <a:spcPts val="375"/>
              </a:spcBef>
              <a:spcAft>
                <a:spcPts val="0"/>
              </a:spcAft>
              <a:buClr>
                <a:srgbClr val="888888"/>
              </a:buClr>
              <a:buSzPts val="1600"/>
              <a:buNone/>
              <a:defRPr sz="1200">
                <a:solidFill>
                  <a:srgbClr val="888888"/>
                </a:solidFill>
              </a:defRPr>
            </a:lvl8pPr>
            <a:lvl9pPr marL="3086100" lvl="8" indent="-171450" algn="l">
              <a:lnSpc>
                <a:spcPct val="90000"/>
              </a:lnSpc>
              <a:spcBef>
                <a:spcPts val="375"/>
              </a:spcBef>
              <a:spcAft>
                <a:spcPts val="0"/>
              </a:spcAft>
              <a:buClr>
                <a:srgbClr val="888888"/>
              </a:buClr>
              <a:buSzPts val="1600"/>
              <a:buNone/>
              <a:defRPr sz="1200">
                <a:solidFill>
                  <a:srgbClr val="888888"/>
                </a:solidFill>
              </a:defRPr>
            </a:lvl9pPr>
          </a:lstStyle>
          <a:p>
            <a:endParaRPr/>
          </a:p>
        </p:txBody>
      </p:sp>
      <p:sp>
        <p:nvSpPr>
          <p:cNvPr id="34" name="Google Shape;34;p17"/>
          <p:cNvSpPr txBox="1">
            <a:spLocks noGrp="1"/>
          </p:cNvSpPr>
          <p:nvPr>
            <p:ph type="dt" idx="10"/>
          </p:nvPr>
        </p:nvSpPr>
        <p:spPr>
          <a:xfrm>
            <a:off x="628650" y="4767263"/>
            <a:ext cx="2057400" cy="27384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17"/>
          <p:cNvSpPr txBox="1">
            <a:spLocks noGrp="1"/>
          </p:cNvSpPr>
          <p:nvPr>
            <p:ph type="ftr" idx="11"/>
          </p:nvPr>
        </p:nvSpPr>
        <p:spPr>
          <a:xfrm>
            <a:off x="3028950" y="4767263"/>
            <a:ext cx="3086100" cy="27384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6" name="Google Shape;36;p17"/>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GB" smtClean="0"/>
              <a:pPr/>
              <a:t>‹#›</a:t>
            </a:fld>
            <a:endParaRPr lang="en-GB"/>
          </a:p>
        </p:txBody>
      </p:sp>
    </p:spTree>
    <p:extLst>
      <p:ext uri="{BB962C8B-B14F-4D97-AF65-F5344CB8AC3E}">
        <p14:creationId xmlns:p14="http://schemas.microsoft.com/office/powerpoint/2010/main" val="336998580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wo Content" type="twoObj">
  <p:cSld name="Two Content">
    <p:spTree>
      <p:nvGrpSpPr>
        <p:cNvPr id="1" name="Shape 37"/>
        <p:cNvGrpSpPr/>
        <p:nvPr/>
      </p:nvGrpSpPr>
      <p:grpSpPr>
        <a:xfrm>
          <a:off x="0" y="0"/>
          <a:ext cx="0" cy="0"/>
          <a:chOff x="0" y="0"/>
          <a:chExt cx="0" cy="0"/>
        </a:xfrm>
      </p:grpSpPr>
      <p:sp>
        <p:nvSpPr>
          <p:cNvPr id="38" name="Google Shape;38;p18"/>
          <p:cNvSpPr txBox="1">
            <a:spLocks noGrp="1"/>
          </p:cNvSpPr>
          <p:nvPr>
            <p:ph type="title"/>
          </p:nvPr>
        </p:nvSpPr>
        <p:spPr>
          <a:xfrm>
            <a:off x="628650" y="273844"/>
            <a:ext cx="7886700" cy="99417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9" name="Google Shape;39;p18"/>
          <p:cNvSpPr txBox="1">
            <a:spLocks noGrp="1"/>
          </p:cNvSpPr>
          <p:nvPr>
            <p:ph type="body" idx="1"/>
          </p:nvPr>
        </p:nvSpPr>
        <p:spPr>
          <a:xfrm>
            <a:off x="628650" y="1369219"/>
            <a:ext cx="3886200" cy="3263504"/>
          </a:xfrm>
          <a:prstGeom prst="rect">
            <a:avLst/>
          </a:prstGeom>
          <a:noFill/>
          <a:ln>
            <a:noFill/>
          </a:ln>
        </p:spPr>
        <p:txBody>
          <a:bodyPr spcFirstLastPara="1" wrap="square" lIns="91425" tIns="45700" rIns="91425" bIns="45700" anchor="t" anchorCtr="0">
            <a:normAutofit/>
          </a:bodyPr>
          <a:lstStyle>
            <a:lvl1pPr marL="342900" lvl="0" indent="-257175" algn="l">
              <a:lnSpc>
                <a:spcPct val="90000"/>
              </a:lnSpc>
              <a:spcBef>
                <a:spcPts val="750"/>
              </a:spcBef>
              <a:spcAft>
                <a:spcPts val="0"/>
              </a:spcAft>
              <a:buClr>
                <a:schemeClr val="dk1"/>
              </a:buClr>
              <a:buSzPts val="1800"/>
              <a:buChar char="•"/>
              <a:defRPr/>
            </a:lvl1pPr>
            <a:lvl2pPr marL="685800" lvl="1" indent="-257175" algn="l">
              <a:lnSpc>
                <a:spcPct val="90000"/>
              </a:lnSpc>
              <a:spcBef>
                <a:spcPts val="375"/>
              </a:spcBef>
              <a:spcAft>
                <a:spcPts val="0"/>
              </a:spcAft>
              <a:buClr>
                <a:schemeClr val="dk1"/>
              </a:buClr>
              <a:buSzPts val="1800"/>
              <a:buChar char="•"/>
              <a:defRPr/>
            </a:lvl2pPr>
            <a:lvl3pPr marL="1028700" lvl="2" indent="-257175" algn="l">
              <a:lnSpc>
                <a:spcPct val="90000"/>
              </a:lnSpc>
              <a:spcBef>
                <a:spcPts val="375"/>
              </a:spcBef>
              <a:spcAft>
                <a:spcPts val="0"/>
              </a:spcAft>
              <a:buClr>
                <a:schemeClr val="dk1"/>
              </a:buClr>
              <a:buSzPts val="1800"/>
              <a:buChar char="•"/>
              <a:defRPr/>
            </a:lvl3pPr>
            <a:lvl4pPr marL="1371600" lvl="3" indent="-257175" algn="l">
              <a:lnSpc>
                <a:spcPct val="90000"/>
              </a:lnSpc>
              <a:spcBef>
                <a:spcPts val="375"/>
              </a:spcBef>
              <a:spcAft>
                <a:spcPts val="0"/>
              </a:spcAft>
              <a:buClr>
                <a:schemeClr val="dk1"/>
              </a:buClr>
              <a:buSzPts val="1800"/>
              <a:buChar char="•"/>
              <a:defRPr/>
            </a:lvl4pPr>
            <a:lvl5pPr marL="1714500" lvl="4" indent="-257175" algn="l">
              <a:lnSpc>
                <a:spcPct val="90000"/>
              </a:lnSpc>
              <a:spcBef>
                <a:spcPts val="375"/>
              </a:spcBef>
              <a:spcAft>
                <a:spcPts val="0"/>
              </a:spcAft>
              <a:buClr>
                <a:schemeClr val="dk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endParaRPr/>
          </a:p>
        </p:txBody>
      </p:sp>
      <p:sp>
        <p:nvSpPr>
          <p:cNvPr id="40" name="Google Shape;40;p18"/>
          <p:cNvSpPr txBox="1">
            <a:spLocks noGrp="1"/>
          </p:cNvSpPr>
          <p:nvPr>
            <p:ph type="body" idx="2"/>
          </p:nvPr>
        </p:nvSpPr>
        <p:spPr>
          <a:xfrm>
            <a:off x="4629150" y="1369219"/>
            <a:ext cx="3886200" cy="3263504"/>
          </a:xfrm>
          <a:prstGeom prst="rect">
            <a:avLst/>
          </a:prstGeom>
          <a:noFill/>
          <a:ln>
            <a:noFill/>
          </a:ln>
        </p:spPr>
        <p:txBody>
          <a:bodyPr spcFirstLastPara="1" wrap="square" lIns="91425" tIns="45700" rIns="91425" bIns="45700" anchor="t" anchorCtr="0">
            <a:normAutofit/>
          </a:bodyPr>
          <a:lstStyle>
            <a:lvl1pPr marL="342900" lvl="0" indent="-257175" algn="l">
              <a:lnSpc>
                <a:spcPct val="90000"/>
              </a:lnSpc>
              <a:spcBef>
                <a:spcPts val="750"/>
              </a:spcBef>
              <a:spcAft>
                <a:spcPts val="0"/>
              </a:spcAft>
              <a:buClr>
                <a:schemeClr val="dk1"/>
              </a:buClr>
              <a:buSzPts val="1800"/>
              <a:buChar char="•"/>
              <a:defRPr/>
            </a:lvl1pPr>
            <a:lvl2pPr marL="685800" lvl="1" indent="-257175" algn="l">
              <a:lnSpc>
                <a:spcPct val="90000"/>
              </a:lnSpc>
              <a:spcBef>
                <a:spcPts val="375"/>
              </a:spcBef>
              <a:spcAft>
                <a:spcPts val="0"/>
              </a:spcAft>
              <a:buClr>
                <a:schemeClr val="dk1"/>
              </a:buClr>
              <a:buSzPts val="1800"/>
              <a:buChar char="•"/>
              <a:defRPr/>
            </a:lvl2pPr>
            <a:lvl3pPr marL="1028700" lvl="2" indent="-257175" algn="l">
              <a:lnSpc>
                <a:spcPct val="90000"/>
              </a:lnSpc>
              <a:spcBef>
                <a:spcPts val="375"/>
              </a:spcBef>
              <a:spcAft>
                <a:spcPts val="0"/>
              </a:spcAft>
              <a:buClr>
                <a:schemeClr val="dk1"/>
              </a:buClr>
              <a:buSzPts val="1800"/>
              <a:buChar char="•"/>
              <a:defRPr/>
            </a:lvl3pPr>
            <a:lvl4pPr marL="1371600" lvl="3" indent="-257175" algn="l">
              <a:lnSpc>
                <a:spcPct val="90000"/>
              </a:lnSpc>
              <a:spcBef>
                <a:spcPts val="375"/>
              </a:spcBef>
              <a:spcAft>
                <a:spcPts val="0"/>
              </a:spcAft>
              <a:buClr>
                <a:schemeClr val="dk1"/>
              </a:buClr>
              <a:buSzPts val="1800"/>
              <a:buChar char="•"/>
              <a:defRPr/>
            </a:lvl4pPr>
            <a:lvl5pPr marL="1714500" lvl="4" indent="-257175" algn="l">
              <a:lnSpc>
                <a:spcPct val="90000"/>
              </a:lnSpc>
              <a:spcBef>
                <a:spcPts val="375"/>
              </a:spcBef>
              <a:spcAft>
                <a:spcPts val="0"/>
              </a:spcAft>
              <a:buClr>
                <a:schemeClr val="dk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endParaRPr/>
          </a:p>
        </p:txBody>
      </p:sp>
      <p:sp>
        <p:nvSpPr>
          <p:cNvPr id="41" name="Google Shape;41;p18"/>
          <p:cNvSpPr txBox="1">
            <a:spLocks noGrp="1"/>
          </p:cNvSpPr>
          <p:nvPr>
            <p:ph type="dt" idx="10"/>
          </p:nvPr>
        </p:nvSpPr>
        <p:spPr>
          <a:xfrm>
            <a:off x="628650" y="4767263"/>
            <a:ext cx="2057400" cy="27384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2" name="Google Shape;42;p18"/>
          <p:cNvSpPr txBox="1">
            <a:spLocks noGrp="1"/>
          </p:cNvSpPr>
          <p:nvPr>
            <p:ph type="ftr" idx="11"/>
          </p:nvPr>
        </p:nvSpPr>
        <p:spPr>
          <a:xfrm>
            <a:off x="3028950" y="4767263"/>
            <a:ext cx="3086100" cy="27384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18"/>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GB" smtClean="0"/>
              <a:pPr/>
              <a:t>‹#›</a:t>
            </a:fld>
            <a:endParaRPr lang="en-GB"/>
          </a:p>
        </p:txBody>
      </p:sp>
    </p:spTree>
    <p:extLst>
      <p:ext uri="{BB962C8B-B14F-4D97-AF65-F5344CB8AC3E}">
        <p14:creationId xmlns:p14="http://schemas.microsoft.com/office/powerpoint/2010/main" val="228209755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Comparison" type="twoTxTwoObj">
  <p:cSld name="Comparison">
    <p:spTree>
      <p:nvGrpSpPr>
        <p:cNvPr id="1" name="Shape 44"/>
        <p:cNvGrpSpPr/>
        <p:nvPr/>
      </p:nvGrpSpPr>
      <p:grpSpPr>
        <a:xfrm>
          <a:off x="0" y="0"/>
          <a:ext cx="0" cy="0"/>
          <a:chOff x="0" y="0"/>
          <a:chExt cx="0" cy="0"/>
        </a:xfrm>
      </p:grpSpPr>
      <p:sp>
        <p:nvSpPr>
          <p:cNvPr id="45" name="Google Shape;45;p19"/>
          <p:cNvSpPr txBox="1">
            <a:spLocks noGrp="1"/>
          </p:cNvSpPr>
          <p:nvPr>
            <p:ph type="title"/>
          </p:nvPr>
        </p:nvSpPr>
        <p:spPr>
          <a:xfrm>
            <a:off x="629841" y="273844"/>
            <a:ext cx="7886700" cy="99417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6" name="Google Shape;46;p19"/>
          <p:cNvSpPr txBox="1">
            <a:spLocks noGrp="1"/>
          </p:cNvSpPr>
          <p:nvPr>
            <p:ph type="body" idx="1"/>
          </p:nvPr>
        </p:nvSpPr>
        <p:spPr>
          <a:xfrm>
            <a:off x="629842" y="1260872"/>
            <a:ext cx="3868340" cy="617934"/>
          </a:xfrm>
          <a:prstGeom prst="rect">
            <a:avLst/>
          </a:prstGeom>
          <a:noFill/>
          <a:ln>
            <a:noFill/>
          </a:ln>
        </p:spPr>
        <p:txBody>
          <a:bodyPr spcFirstLastPara="1" wrap="square" lIns="91425" tIns="45700" rIns="91425" bIns="45700" anchor="b" anchorCtr="0">
            <a:normAutofit/>
          </a:bodyPr>
          <a:lstStyle>
            <a:lvl1pPr marL="342900" lvl="0" indent="-171450" algn="l">
              <a:lnSpc>
                <a:spcPct val="90000"/>
              </a:lnSpc>
              <a:spcBef>
                <a:spcPts val="750"/>
              </a:spcBef>
              <a:spcAft>
                <a:spcPts val="0"/>
              </a:spcAft>
              <a:buClr>
                <a:schemeClr val="dk1"/>
              </a:buClr>
              <a:buSzPts val="2400"/>
              <a:buNone/>
              <a:defRPr sz="1800" b="1"/>
            </a:lvl1pPr>
            <a:lvl2pPr marL="685800" lvl="1" indent="-171450" algn="l">
              <a:lnSpc>
                <a:spcPct val="90000"/>
              </a:lnSpc>
              <a:spcBef>
                <a:spcPts val="375"/>
              </a:spcBef>
              <a:spcAft>
                <a:spcPts val="0"/>
              </a:spcAft>
              <a:buClr>
                <a:schemeClr val="dk1"/>
              </a:buClr>
              <a:buSzPts val="2000"/>
              <a:buNone/>
              <a:defRPr sz="1500" b="1"/>
            </a:lvl2pPr>
            <a:lvl3pPr marL="1028700" lvl="2" indent="-171450" algn="l">
              <a:lnSpc>
                <a:spcPct val="90000"/>
              </a:lnSpc>
              <a:spcBef>
                <a:spcPts val="375"/>
              </a:spcBef>
              <a:spcAft>
                <a:spcPts val="0"/>
              </a:spcAft>
              <a:buClr>
                <a:schemeClr val="dk1"/>
              </a:buClr>
              <a:buSzPts val="1800"/>
              <a:buNone/>
              <a:defRPr sz="1350" b="1"/>
            </a:lvl3pPr>
            <a:lvl4pPr marL="1371600" lvl="3" indent="-171450" algn="l">
              <a:lnSpc>
                <a:spcPct val="90000"/>
              </a:lnSpc>
              <a:spcBef>
                <a:spcPts val="375"/>
              </a:spcBef>
              <a:spcAft>
                <a:spcPts val="0"/>
              </a:spcAft>
              <a:buClr>
                <a:schemeClr val="dk1"/>
              </a:buClr>
              <a:buSzPts val="1600"/>
              <a:buNone/>
              <a:defRPr sz="1200" b="1"/>
            </a:lvl4pPr>
            <a:lvl5pPr marL="1714500" lvl="4" indent="-171450" algn="l">
              <a:lnSpc>
                <a:spcPct val="90000"/>
              </a:lnSpc>
              <a:spcBef>
                <a:spcPts val="375"/>
              </a:spcBef>
              <a:spcAft>
                <a:spcPts val="0"/>
              </a:spcAft>
              <a:buClr>
                <a:schemeClr val="dk1"/>
              </a:buClr>
              <a:buSzPts val="1600"/>
              <a:buNone/>
              <a:defRPr sz="1200" b="1"/>
            </a:lvl5pPr>
            <a:lvl6pPr marL="2057400" lvl="5" indent="-171450" algn="l">
              <a:lnSpc>
                <a:spcPct val="90000"/>
              </a:lnSpc>
              <a:spcBef>
                <a:spcPts val="375"/>
              </a:spcBef>
              <a:spcAft>
                <a:spcPts val="0"/>
              </a:spcAft>
              <a:buClr>
                <a:schemeClr val="dk1"/>
              </a:buClr>
              <a:buSzPts val="1600"/>
              <a:buNone/>
              <a:defRPr sz="1200" b="1"/>
            </a:lvl6pPr>
            <a:lvl7pPr marL="2400300" lvl="6" indent="-171450" algn="l">
              <a:lnSpc>
                <a:spcPct val="90000"/>
              </a:lnSpc>
              <a:spcBef>
                <a:spcPts val="375"/>
              </a:spcBef>
              <a:spcAft>
                <a:spcPts val="0"/>
              </a:spcAft>
              <a:buClr>
                <a:schemeClr val="dk1"/>
              </a:buClr>
              <a:buSzPts val="1600"/>
              <a:buNone/>
              <a:defRPr sz="1200" b="1"/>
            </a:lvl7pPr>
            <a:lvl8pPr marL="2743200" lvl="7" indent="-171450" algn="l">
              <a:lnSpc>
                <a:spcPct val="90000"/>
              </a:lnSpc>
              <a:spcBef>
                <a:spcPts val="375"/>
              </a:spcBef>
              <a:spcAft>
                <a:spcPts val="0"/>
              </a:spcAft>
              <a:buClr>
                <a:schemeClr val="dk1"/>
              </a:buClr>
              <a:buSzPts val="1600"/>
              <a:buNone/>
              <a:defRPr sz="1200" b="1"/>
            </a:lvl8pPr>
            <a:lvl9pPr marL="3086100" lvl="8" indent="-171450" algn="l">
              <a:lnSpc>
                <a:spcPct val="90000"/>
              </a:lnSpc>
              <a:spcBef>
                <a:spcPts val="375"/>
              </a:spcBef>
              <a:spcAft>
                <a:spcPts val="0"/>
              </a:spcAft>
              <a:buClr>
                <a:schemeClr val="dk1"/>
              </a:buClr>
              <a:buSzPts val="1600"/>
              <a:buNone/>
              <a:defRPr sz="1200" b="1"/>
            </a:lvl9pPr>
          </a:lstStyle>
          <a:p>
            <a:endParaRPr/>
          </a:p>
        </p:txBody>
      </p:sp>
      <p:sp>
        <p:nvSpPr>
          <p:cNvPr id="47" name="Google Shape;47;p19"/>
          <p:cNvSpPr txBox="1">
            <a:spLocks noGrp="1"/>
          </p:cNvSpPr>
          <p:nvPr>
            <p:ph type="body" idx="2"/>
          </p:nvPr>
        </p:nvSpPr>
        <p:spPr>
          <a:xfrm>
            <a:off x="629842" y="1878806"/>
            <a:ext cx="3868340" cy="2763441"/>
          </a:xfrm>
          <a:prstGeom prst="rect">
            <a:avLst/>
          </a:prstGeom>
          <a:noFill/>
          <a:ln>
            <a:noFill/>
          </a:ln>
        </p:spPr>
        <p:txBody>
          <a:bodyPr spcFirstLastPara="1" wrap="square" lIns="91425" tIns="45700" rIns="91425" bIns="45700" anchor="t" anchorCtr="0">
            <a:normAutofit/>
          </a:bodyPr>
          <a:lstStyle>
            <a:lvl1pPr marL="342900" lvl="0" indent="-257175" algn="l">
              <a:lnSpc>
                <a:spcPct val="90000"/>
              </a:lnSpc>
              <a:spcBef>
                <a:spcPts val="750"/>
              </a:spcBef>
              <a:spcAft>
                <a:spcPts val="0"/>
              </a:spcAft>
              <a:buClr>
                <a:schemeClr val="dk1"/>
              </a:buClr>
              <a:buSzPts val="1800"/>
              <a:buChar char="•"/>
              <a:defRPr/>
            </a:lvl1pPr>
            <a:lvl2pPr marL="685800" lvl="1" indent="-257175" algn="l">
              <a:lnSpc>
                <a:spcPct val="90000"/>
              </a:lnSpc>
              <a:spcBef>
                <a:spcPts val="375"/>
              </a:spcBef>
              <a:spcAft>
                <a:spcPts val="0"/>
              </a:spcAft>
              <a:buClr>
                <a:schemeClr val="dk1"/>
              </a:buClr>
              <a:buSzPts val="1800"/>
              <a:buChar char="•"/>
              <a:defRPr/>
            </a:lvl2pPr>
            <a:lvl3pPr marL="1028700" lvl="2" indent="-257175" algn="l">
              <a:lnSpc>
                <a:spcPct val="90000"/>
              </a:lnSpc>
              <a:spcBef>
                <a:spcPts val="375"/>
              </a:spcBef>
              <a:spcAft>
                <a:spcPts val="0"/>
              </a:spcAft>
              <a:buClr>
                <a:schemeClr val="dk1"/>
              </a:buClr>
              <a:buSzPts val="1800"/>
              <a:buChar char="•"/>
              <a:defRPr/>
            </a:lvl3pPr>
            <a:lvl4pPr marL="1371600" lvl="3" indent="-257175" algn="l">
              <a:lnSpc>
                <a:spcPct val="90000"/>
              </a:lnSpc>
              <a:spcBef>
                <a:spcPts val="375"/>
              </a:spcBef>
              <a:spcAft>
                <a:spcPts val="0"/>
              </a:spcAft>
              <a:buClr>
                <a:schemeClr val="dk1"/>
              </a:buClr>
              <a:buSzPts val="1800"/>
              <a:buChar char="•"/>
              <a:defRPr/>
            </a:lvl4pPr>
            <a:lvl5pPr marL="1714500" lvl="4" indent="-257175" algn="l">
              <a:lnSpc>
                <a:spcPct val="90000"/>
              </a:lnSpc>
              <a:spcBef>
                <a:spcPts val="375"/>
              </a:spcBef>
              <a:spcAft>
                <a:spcPts val="0"/>
              </a:spcAft>
              <a:buClr>
                <a:schemeClr val="dk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endParaRPr/>
          </a:p>
        </p:txBody>
      </p:sp>
      <p:sp>
        <p:nvSpPr>
          <p:cNvPr id="48" name="Google Shape;48;p19"/>
          <p:cNvSpPr txBox="1">
            <a:spLocks noGrp="1"/>
          </p:cNvSpPr>
          <p:nvPr>
            <p:ph type="body" idx="3"/>
          </p:nvPr>
        </p:nvSpPr>
        <p:spPr>
          <a:xfrm>
            <a:off x="4629150" y="1260872"/>
            <a:ext cx="3887391" cy="617934"/>
          </a:xfrm>
          <a:prstGeom prst="rect">
            <a:avLst/>
          </a:prstGeom>
          <a:noFill/>
          <a:ln>
            <a:noFill/>
          </a:ln>
        </p:spPr>
        <p:txBody>
          <a:bodyPr spcFirstLastPara="1" wrap="square" lIns="91425" tIns="45700" rIns="91425" bIns="45700" anchor="b" anchorCtr="0">
            <a:normAutofit/>
          </a:bodyPr>
          <a:lstStyle>
            <a:lvl1pPr marL="342900" lvl="0" indent="-171450" algn="l">
              <a:lnSpc>
                <a:spcPct val="90000"/>
              </a:lnSpc>
              <a:spcBef>
                <a:spcPts val="750"/>
              </a:spcBef>
              <a:spcAft>
                <a:spcPts val="0"/>
              </a:spcAft>
              <a:buClr>
                <a:schemeClr val="dk1"/>
              </a:buClr>
              <a:buSzPts val="2400"/>
              <a:buNone/>
              <a:defRPr sz="1800" b="1"/>
            </a:lvl1pPr>
            <a:lvl2pPr marL="685800" lvl="1" indent="-171450" algn="l">
              <a:lnSpc>
                <a:spcPct val="90000"/>
              </a:lnSpc>
              <a:spcBef>
                <a:spcPts val="375"/>
              </a:spcBef>
              <a:spcAft>
                <a:spcPts val="0"/>
              </a:spcAft>
              <a:buClr>
                <a:schemeClr val="dk1"/>
              </a:buClr>
              <a:buSzPts val="2000"/>
              <a:buNone/>
              <a:defRPr sz="1500" b="1"/>
            </a:lvl2pPr>
            <a:lvl3pPr marL="1028700" lvl="2" indent="-171450" algn="l">
              <a:lnSpc>
                <a:spcPct val="90000"/>
              </a:lnSpc>
              <a:spcBef>
                <a:spcPts val="375"/>
              </a:spcBef>
              <a:spcAft>
                <a:spcPts val="0"/>
              </a:spcAft>
              <a:buClr>
                <a:schemeClr val="dk1"/>
              </a:buClr>
              <a:buSzPts val="1800"/>
              <a:buNone/>
              <a:defRPr sz="1350" b="1"/>
            </a:lvl3pPr>
            <a:lvl4pPr marL="1371600" lvl="3" indent="-171450" algn="l">
              <a:lnSpc>
                <a:spcPct val="90000"/>
              </a:lnSpc>
              <a:spcBef>
                <a:spcPts val="375"/>
              </a:spcBef>
              <a:spcAft>
                <a:spcPts val="0"/>
              </a:spcAft>
              <a:buClr>
                <a:schemeClr val="dk1"/>
              </a:buClr>
              <a:buSzPts val="1600"/>
              <a:buNone/>
              <a:defRPr sz="1200" b="1"/>
            </a:lvl4pPr>
            <a:lvl5pPr marL="1714500" lvl="4" indent="-171450" algn="l">
              <a:lnSpc>
                <a:spcPct val="90000"/>
              </a:lnSpc>
              <a:spcBef>
                <a:spcPts val="375"/>
              </a:spcBef>
              <a:spcAft>
                <a:spcPts val="0"/>
              </a:spcAft>
              <a:buClr>
                <a:schemeClr val="dk1"/>
              </a:buClr>
              <a:buSzPts val="1600"/>
              <a:buNone/>
              <a:defRPr sz="1200" b="1"/>
            </a:lvl5pPr>
            <a:lvl6pPr marL="2057400" lvl="5" indent="-171450" algn="l">
              <a:lnSpc>
                <a:spcPct val="90000"/>
              </a:lnSpc>
              <a:spcBef>
                <a:spcPts val="375"/>
              </a:spcBef>
              <a:spcAft>
                <a:spcPts val="0"/>
              </a:spcAft>
              <a:buClr>
                <a:schemeClr val="dk1"/>
              </a:buClr>
              <a:buSzPts val="1600"/>
              <a:buNone/>
              <a:defRPr sz="1200" b="1"/>
            </a:lvl6pPr>
            <a:lvl7pPr marL="2400300" lvl="6" indent="-171450" algn="l">
              <a:lnSpc>
                <a:spcPct val="90000"/>
              </a:lnSpc>
              <a:spcBef>
                <a:spcPts val="375"/>
              </a:spcBef>
              <a:spcAft>
                <a:spcPts val="0"/>
              </a:spcAft>
              <a:buClr>
                <a:schemeClr val="dk1"/>
              </a:buClr>
              <a:buSzPts val="1600"/>
              <a:buNone/>
              <a:defRPr sz="1200" b="1"/>
            </a:lvl7pPr>
            <a:lvl8pPr marL="2743200" lvl="7" indent="-171450" algn="l">
              <a:lnSpc>
                <a:spcPct val="90000"/>
              </a:lnSpc>
              <a:spcBef>
                <a:spcPts val="375"/>
              </a:spcBef>
              <a:spcAft>
                <a:spcPts val="0"/>
              </a:spcAft>
              <a:buClr>
                <a:schemeClr val="dk1"/>
              </a:buClr>
              <a:buSzPts val="1600"/>
              <a:buNone/>
              <a:defRPr sz="1200" b="1"/>
            </a:lvl8pPr>
            <a:lvl9pPr marL="3086100" lvl="8" indent="-171450" algn="l">
              <a:lnSpc>
                <a:spcPct val="90000"/>
              </a:lnSpc>
              <a:spcBef>
                <a:spcPts val="375"/>
              </a:spcBef>
              <a:spcAft>
                <a:spcPts val="0"/>
              </a:spcAft>
              <a:buClr>
                <a:schemeClr val="dk1"/>
              </a:buClr>
              <a:buSzPts val="1600"/>
              <a:buNone/>
              <a:defRPr sz="1200" b="1"/>
            </a:lvl9pPr>
          </a:lstStyle>
          <a:p>
            <a:endParaRPr/>
          </a:p>
        </p:txBody>
      </p:sp>
      <p:sp>
        <p:nvSpPr>
          <p:cNvPr id="49" name="Google Shape;49;p19"/>
          <p:cNvSpPr txBox="1">
            <a:spLocks noGrp="1"/>
          </p:cNvSpPr>
          <p:nvPr>
            <p:ph type="body" idx="4"/>
          </p:nvPr>
        </p:nvSpPr>
        <p:spPr>
          <a:xfrm>
            <a:off x="4629150" y="1878806"/>
            <a:ext cx="3887391" cy="2763441"/>
          </a:xfrm>
          <a:prstGeom prst="rect">
            <a:avLst/>
          </a:prstGeom>
          <a:noFill/>
          <a:ln>
            <a:noFill/>
          </a:ln>
        </p:spPr>
        <p:txBody>
          <a:bodyPr spcFirstLastPara="1" wrap="square" lIns="91425" tIns="45700" rIns="91425" bIns="45700" anchor="t" anchorCtr="0">
            <a:normAutofit/>
          </a:bodyPr>
          <a:lstStyle>
            <a:lvl1pPr marL="342900" lvl="0" indent="-257175" algn="l">
              <a:lnSpc>
                <a:spcPct val="90000"/>
              </a:lnSpc>
              <a:spcBef>
                <a:spcPts val="750"/>
              </a:spcBef>
              <a:spcAft>
                <a:spcPts val="0"/>
              </a:spcAft>
              <a:buClr>
                <a:schemeClr val="dk1"/>
              </a:buClr>
              <a:buSzPts val="1800"/>
              <a:buChar char="•"/>
              <a:defRPr/>
            </a:lvl1pPr>
            <a:lvl2pPr marL="685800" lvl="1" indent="-257175" algn="l">
              <a:lnSpc>
                <a:spcPct val="90000"/>
              </a:lnSpc>
              <a:spcBef>
                <a:spcPts val="375"/>
              </a:spcBef>
              <a:spcAft>
                <a:spcPts val="0"/>
              </a:spcAft>
              <a:buClr>
                <a:schemeClr val="dk1"/>
              </a:buClr>
              <a:buSzPts val="1800"/>
              <a:buChar char="•"/>
              <a:defRPr/>
            </a:lvl2pPr>
            <a:lvl3pPr marL="1028700" lvl="2" indent="-257175" algn="l">
              <a:lnSpc>
                <a:spcPct val="90000"/>
              </a:lnSpc>
              <a:spcBef>
                <a:spcPts val="375"/>
              </a:spcBef>
              <a:spcAft>
                <a:spcPts val="0"/>
              </a:spcAft>
              <a:buClr>
                <a:schemeClr val="dk1"/>
              </a:buClr>
              <a:buSzPts val="1800"/>
              <a:buChar char="•"/>
              <a:defRPr/>
            </a:lvl3pPr>
            <a:lvl4pPr marL="1371600" lvl="3" indent="-257175" algn="l">
              <a:lnSpc>
                <a:spcPct val="90000"/>
              </a:lnSpc>
              <a:spcBef>
                <a:spcPts val="375"/>
              </a:spcBef>
              <a:spcAft>
                <a:spcPts val="0"/>
              </a:spcAft>
              <a:buClr>
                <a:schemeClr val="dk1"/>
              </a:buClr>
              <a:buSzPts val="1800"/>
              <a:buChar char="•"/>
              <a:defRPr/>
            </a:lvl4pPr>
            <a:lvl5pPr marL="1714500" lvl="4" indent="-257175" algn="l">
              <a:lnSpc>
                <a:spcPct val="90000"/>
              </a:lnSpc>
              <a:spcBef>
                <a:spcPts val="375"/>
              </a:spcBef>
              <a:spcAft>
                <a:spcPts val="0"/>
              </a:spcAft>
              <a:buClr>
                <a:schemeClr val="dk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endParaRPr/>
          </a:p>
        </p:txBody>
      </p:sp>
      <p:sp>
        <p:nvSpPr>
          <p:cNvPr id="50" name="Google Shape;50;p19"/>
          <p:cNvSpPr txBox="1">
            <a:spLocks noGrp="1"/>
          </p:cNvSpPr>
          <p:nvPr>
            <p:ph type="dt" idx="10"/>
          </p:nvPr>
        </p:nvSpPr>
        <p:spPr>
          <a:xfrm>
            <a:off x="628650" y="4767263"/>
            <a:ext cx="2057400" cy="27384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1" name="Google Shape;51;p19"/>
          <p:cNvSpPr txBox="1">
            <a:spLocks noGrp="1"/>
          </p:cNvSpPr>
          <p:nvPr>
            <p:ph type="ftr" idx="11"/>
          </p:nvPr>
        </p:nvSpPr>
        <p:spPr>
          <a:xfrm>
            <a:off x="3028950" y="4767263"/>
            <a:ext cx="3086100" cy="27384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19"/>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GB" smtClean="0"/>
              <a:pPr/>
              <a:t>‹#›</a:t>
            </a:fld>
            <a:endParaRPr lang="en-GB"/>
          </a:p>
        </p:txBody>
      </p:sp>
    </p:spTree>
    <p:extLst>
      <p:ext uri="{BB962C8B-B14F-4D97-AF65-F5344CB8AC3E}">
        <p14:creationId xmlns:p14="http://schemas.microsoft.com/office/powerpoint/2010/main" val="222570062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Only" type="titleOnly">
  <p:cSld name="Title Only">
    <p:spTree>
      <p:nvGrpSpPr>
        <p:cNvPr id="1" name="Shape 53"/>
        <p:cNvGrpSpPr/>
        <p:nvPr/>
      </p:nvGrpSpPr>
      <p:grpSpPr>
        <a:xfrm>
          <a:off x="0" y="0"/>
          <a:ext cx="0" cy="0"/>
          <a:chOff x="0" y="0"/>
          <a:chExt cx="0" cy="0"/>
        </a:xfrm>
      </p:grpSpPr>
      <p:sp>
        <p:nvSpPr>
          <p:cNvPr id="54" name="Google Shape;54;p20"/>
          <p:cNvSpPr txBox="1">
            <a:spLocks noGrp="1"/>
          </p:cNvSpPr>
          <p:nvPr>
            <p:ph type="title"/>
          </p:nvPr>
        </p:nvSpPr>
        <p:spPr>
          <a:xfrm>
            <a:off x="628650" y="273844"/>
            <a:ext cx="7886700" cy="99417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5" name="Google Shape;55;p20"/>
          <p:cNvSpPr txBox="1">
            <a:spLocks noGrp="1"/>
          </p:cNvSpPr>
          <p:nvPr>
            <p:ph type="dt" idx="10"/>
          </p:nvPr>
        </p:nvSpPr>
        <p:spPr>
          <a:xfrm>
            <a:off x="628650" y="4767263"/>
            <a:ext cx="2057400" cy="27384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6" name="Google Shape;56;p20"/>
          <p:cNvSpPr txBox="1">
            <a:spLocks noGrp="1"/>
          </p:cNvSpPr>
          <p:nvPr>
            <p:ph type="ftr" idx="11"/>
          </p:nvPr>
        </p:nvSpPr>
        <p:spPr>
          <a:xfrm>
            <a:off x="3028950" y="4767263"/>
            <a:ext cx="3086100" cy="27384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20"/>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GB" smtClean="0"/>
              <a:pPr/>
              <a:t>‹#›</a:t>
            </a:fld>
            <a:endParaRPr lang="en-GB"/>
          </a:p>
        </p:txBody>
      </p:sp>
    </p:spTree>
    <p:extLst>
      <p:ext uri="{BB962C8B-B14F-4D97-AF65-F5344CB8AC3E}">
        <p14:creationId xmlns:p14="http://schemas.microsoft.com/office/powerpoint/2010/main" val="301363787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Content with Caption" type="objTx">
  <p:cSld name="Content with Caption">
    <p:spTree>
      <p:nvGrpSpPr>
        <p:cNvPr id="1" name="Shape 58"/>
        <p:cNvGrpSpPr/>
        <p:nvPr/>
      </p:nvGrpSpPr>
      <p:grpSpPr>
        <a:xfrm>
          <a:off x="0" y="0"/>
          <a:ext cx="0" cy="0"/>
          <a:chOff x="0" y="0"/>
          <a:chExt cx="0" cy="0"/>
        </a:xfrm>
      </p:grpSpPr>
      <p:sp>
        <p:nvSpPr>
          <p:cNvPr id="59" name="Google Shape;59;p21"/>
          <p:cNvSpPr txBox="1">
            <a:spLocks noGrp="1"/>
          </p:cNvSpPr>
          <p:nvPr>
            <p:ph type="title"/>
          </p:nvPr>
        </p:nvSpPr>
        <p:spPr>
          <a:xfrm>
            <a:off x="629841" y="342900"/>
            <a:ext cx="2949178" cy="120015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2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0" name="Google Shape;60;p21"/>
          <p:cNvSpPr txBox="1">
            <a:spLocks noGrp="1"/>
          </p:cNvSpPr>
          <p:nvPr>
            <p:ph type="body" idx="1"/>
          </p:nvPr>
        </p:nvSpPr>
        <p:spPr>
          <a:xfrm>
            <a:off x="3887391" y="740569"/>
            <a:ext cx="4629150" cy="3655219"/>
          </a:xfrm>
          <a:prstGeom prst="rect">
            <a:avLst/>
          </a:prstGeom>
          <a:noFill/>
          <a:ln>
            <a:noFill/>
          </a:ln>
        </p:spPr>
        <p:txBody>
          <a:bodyPr spcFirstLastPara="1" wrap="square" lIns="91425" tIns="45700" rIns="91425" bIns="45700" anchor="t" anchorCtr="0">
            <a:normAutofit/>
          </a:bodyPr>
          <a:lstStyle>
            <a:lvl1pPr marL="342900" lvl="0" indent="-323850" algn="l">
              <a:lnSpc>
                <a:spcPct val="90000"/>
              </a:lnSpc>
              <a:spcBef>
                <a:spcPts val="750"/>
              </a:spcBef>
              <a:spcAft>
                <a:spcPts val="0"/>
              </a:spcAft>
              <a:buClr>
                <a:schemeClr val="dk1"/>
              </a:buClr>
              <a:buSzPts val="3200"/>
              <a:buChar char="•"/>
              <a:defRPr sz="2400"/>
            </a:lvl1pPr>
            <a:lvl2pPr marL="685800" lvl="1" indent="-304800" algn="l">
              <a:lnSpc>
                <a:spcPct val="90000"/>
              </a:lnSpc>
              <a:spcBef>
                <a:spcPts val="375"/>
              </a:spcBef>
              <a:spcAft>
                <a:spcPts val="0"/>
              </a:spcAft>
              <a:buClr>
                <a:schemeClr val="dk1"/>
              </a:buClr>
              <a:buSzPts val="2800"/>
              <a:buChar char="•"/>
              <a:defRPr sz="2100"/>
            </a:lvl2pPr>
            <a:lvl3pPr marL="1028700" lvl="2" indent="-285750" algn="l">
              <a:lnSpc>
                <a:spcPct val="90000"/>
              </a:lnSpc>
              <a:spcBef>
                <a:spcPts val="375"/>
              </a:spcBef>
              <a:spcAft>
                <a:spcPts val="0"/>
              </a:spcAft>
              <a:buClr>
                <a:schemeClr val="dk1"/>
              </a:buClr>
              <a:buSzPts val="2400"/>
              <a:buChar char="•"/>
              <a:defRPr sz="1800"/>
            </a:lvl3pPr>
            <a:lvl4pPr marL="1371600" lvl="3" indent="-266700" algn="l">
              <a:lnSpc>
                <a:spcPct val="90000"/>
              </a:lnSpc>
              <a:spcBef>
                <a:spcPts val="375"/>
              </a:spcBef>
              <a:spcAft>
                <a:spcPts val="0"/>
              </a:spcAft>
              <a:buClr>
                <a:schemeClr val="dk1"/>
              </a:buClr>
              <a:buSzPts val="2000"/>
              <a:buChar char="•"/>
              <a:defRPr sz="1500"/>
            </a:lvl4pPr>
            <a:lvl5pPr marL="1714500" lvl="4" indent="-266700" algn="l">
              <a:lnSpc>
                <a:spcPct val="90000"/>
              </a:lnSpc>
              <a:spcBef>
                <a:spcPts val="375"/>
              </a:spcBef>
              <a:spcAft>
                <a:spcPts val="0"/>
              </a:spcAft>
              <a:buClr>
                <a:schemeClr val="dk1"/>
              </a:buClr>
              <a:buSzPts val="2000"/>
              <a:buChar char="•"/>
              <a:defRPr sz="1500"/>
            </a:lvl5pPr>
            <a:lvl6pPr marL="2057400" lvl="5" indent="-266700" algn="l">
              <a:lnSpc>
                <a:spcPct val="90000"/>
              </a:lnSpc>
              <a:spcBef>
                <a:spcPts val="375"/>
              </a:spcBef>
              <a:spcAft>
                <a:spcPts val="0"/>
              </a:spcAft>
              <a:buClr>
                <a:schemeClr val="dk1"/>
              </a:buClr>
              <a:buSzPts val="2000"/>
              <a:buChar char="•"/>
              <a:defRPr sz="1500"/>
            </a:lvl6pPr>
            <a:lvl7pPr marL="2400300" lvl="6" indent="-266700" algn="l">
              <a:lnSpc>
                <a:spcPct val="90000"/>
              </a:lnSpc>
              <a:spcBef>
                <a:spcPts val="375"/>
              </a:spcBef>
              <a:spcAft>
                <a:spcPts val="0"/>
              </a:spcAft>
              <a:buClr>
                <a:schemeClr val="dk1"/>
              </a:buClr>
              <a:buSzPts val="2000"/>
              <a:buChar char="•"/>
              <a:defRPr sz="1500"/>
            </a:lvl7pPr>
            <a:lvl8pPr marL="2743200" lvl="7" indent="-266700" algn="l">
              <a:lnSpc>
                <a:spcPct val="90000"/>
              </a:lnSpc>
              <a:spcBef>
                <a:spcPts val="375"/>
              </a:spcBef>
              <a:spcAft>
                <a:spcPts val="0"/>
              </a:spcAft>
              <a:buClr>
                <a:schemeClr val="dk1"/>
              </a:buClr>
              <a:buSzPts val="2000"/>
              <a:buChar char="•"/>
              <a:defRPr sz="1500"/>
            </a:lvl8pPr>
            <a:lvl9pPr marL="3086100" lvl="8" indent="-266700" algn="l">
              <a:lnSpc>
                <a:spcPct val="90000"/>
              </a:lnSpc>
              <a:spcBef>
                <a:spcPts val="375"/>
              </a:spcBef>
              <a:spcAft>
                <a:spcPts val="0"/>
              </a:spcAft>
              <a:buClr>
                <a:schemeClr val="dk1"/>
              </a:buClr>
              <a:buSzPts val="2000"/>
              <a:buChar char="•"/>
              <a:defRPr sz="1500"/>
            </a:lvl9pPr>
          </a:lstStyle>
          <a:p>
            <a:endParaRPr/>
          </a:p>
        </p:txBody>
      </p:sp>
      <p:sp>
        <p:nvSpPr>
          <p:cNvPr id="61" name="Google Shape;61;p21"/>
          <p:cNvSpPr txBox="1">
            <a:spLocks noGrp="1"/>
          </p:cNvSpPr>
          <p:nvPr>
            <p:ph type="body" idx="2"/>
          </p:nvPr>
        </p:nvSpPr>
        <p:spPr>
          <a:xfrm>
            <a:off x="629841" y="1543050"/>
            <a:ext cx="2949178" cy="2858691"/>
          </a:xfrm>
          <a:prstGeom prst="rect">
            <a:avLst/>
          </a:prstGeom>
          <a:noFill/>
          <a:ln>
            <a:noFill/>
          </a:ln>
        </p:spPr>
        <p:txBody>
          <a:bodyPr spcFirstLastPara="1" wrap="square" lIns="91425" tIns="45700" rIns="91425" bIns="45700" anchor="t" anchorCtr="0">
            <a:normAutofit/>
          </a:bodyPr>
          <a:lstStyle>
            <a:lvl1pPr marL="342900" lvl="0" indent="-171450" algn="l">
              <a:lnSpc>
                <a:spcPct val="90000"/>
              </a:lnSpc>
              <a:spcBef>
                <a:spcPts val="750"/>
              </a:spcBef>
              <a:spcAft>
                <a:spcPts val="0"/>
              </a:spcAft>
              <a:buClr>
                <a:schemeClr val="dk1"/>
              </a:buClr>
              <a:buSzPts val="1600"/>
              <a:buNone/>
              <a:defRPr sz="1200"/>
            </a:lvl1pPr>
            <a:lvl2pPr marL="685800" lvl="1" indent="-171450" algn="l">
              <a:lnSpc>
                <a:spcPct val="90000"/>
              </a:lnSpc>
              <a:spcBef>
                <a:spcPts val="375"/>
              </a:spcBef>
              <a:spcAft>
                <a:spcPts val="0"/>
              </a:spcAft>
              <a:buClr>
                <a:schemeClr val="dk1"/>
              </a:buClr>
              <a:buSzPts val="1400"/>
              <a:buNone/>
              <a:defRPr sz="1050"/>
            </a:lvl2pPr>
            <a:lvl3pPr marL="1028700" lvl="2" indent="-171450" algn="l">
              <a:lnSpc>
                <a:spcPct val="90000"/>
              </a:lnSpc>
              <a:spcBef>
                <a:spcPts val="375"/>
              </a:spcBef>
              <a:spcAft>
                <a:spcPts val="0"/>
              </a:spcAft>
              <a:buClr>
                <a:schemeClr val="dk1"/>
              </a:buClr>
              <a:buSzPts val="1200"/>
              <a:buNone/>
              <a:defRPr sz="900"/>
            </a:lvl3pPr>
            <a:lvl4pPr marL="1371600" lvl="3" indent="-171450" algn="l">
              <a:lnSpc>
                <a:spcPct val="90000"/>
              </a:lnSpc>
              <a:spcBef>
                <a:spcPts val="375"/>
              </a:spcBef>
              <a:spcAft>
                <a:spcPts val="0"/>
              </a:spcAft>
              <a:buClr>
                <a:schemeClr val="dk1"/>
              </a:buClr>
              <a:buSzPts val="1000"/>
              <a:buNone/>
              <a:defRPr sz="750"/>
            </a:lvl4pPr>
            <a:lvl5pPr marL="1714500" lvl="4" indent="-171450" algn="l">
              <a:lnSpc>
                <a:spcPct val="90000"/>
              </a:lnSpc>
              <a:spcBef>
                <a:spcPts val="375"/>
              </a:spcBef>
              <a:spcAft>
                <a:spcPts val="0"/>
              </a:spcAft>
              <a:buClr>
                <a:schemeClr val="dk1"/>
              </a:buClr>
              <a:buSzPts val="1000"/>
              <a:buNone/>
              <a:defRPr sz="750"/>
            </a:lvl5pPr>
            <a:lvl6pPr marL="2057400" lvl="5" indent="-171450" algn="l">
              <a:lnSpc>
                <a:spcPct val="90000"/>
              </a:lnSpc>
              <a:spcBef>
                <a:spcPts val="375"/>
              </a:spcBef>
              <a:spcAft>
                <a:spcPts val="0"/>
              </a:spcAft>
              <a:buClr>
                <a:schemeClr val="dk1"/>
              </a:buClr>
              <a:buSzPts val="1000"/>
              <a:buNone/>
              <a:defRPr sz="750"/>
            </a:lvl6pPr>
            <a:lvl7pPr marL="2400300" lvl="6" indent="-171450" algn="l">
              <a:lnSpc>
                <a:spcPct val="90000"/>
              </a:lnSpc>
              <a:spcBef>
                <a:spcPts val="375"/>
              </a:spcBef>
              <a:spcAft>
                <a:spcPts val="0"/>
              </a:spcAft>
              <a:buClr>
                <a:schemeClr val="dk1"/>
              </a:buClr>
              <a:buSzPts val="1000"/>
              <a:buNone/>
              <a:defRPr sz="750"/>
            </a:lvl7pPr>
            <a:lvl8pPr marL="2743200" lvl="7" indent="-171450" algn="l">
              <a:lnSpc>
                <a:spcPct val="90000"/>
              </a:lnSpc>
              <a:spcBef>
                <a:spcPts val="375"/>
              </a:spcBef>
              <a:spcAft>
                <a:spcPts val="0"/>
              </a:spcAft>
              <a:buClr>
                <a:schemeClr val="dk1"/>
              </a:buClr>
              <a:buSzPts val="1000"/>
              <a:buNone/>
              <a:defRPr sz="750"/>
            </a:lvl8pPr>
            <a:lvl9pPr marL="3086100" lvl="8" indent="-171450" algn="l">
              <a:lnSpc>
                <a:spcPct val="90000"/>
              </a:lnSpc>
              <a:spcBef>
                <a:spcPts val="375"/>
              </a:spcBef>
              <a:spcAft>
                <a:spcPts val="0"/>
              </a:spcAft>
              <a:buClr>
                <a:schemeClr val="dk1"/>
              </a:buClr>
              <a:buSzPts val="1000"/>
              <a:buNone/>
              <a:defRPr sz="750"/>
            </a:lvl9pPr>
          </a:lstStyle>
          <a:p>
            <a:endParaRPr/>
          </a:p>
        </p:txBody>
      </p:sp>
      <p:sp>
        <p:nvSpPr>
          <p:cNvPr id="62" name="Google Shape;62;p21"/>
          <p:cNvSpPr txBox="1">
            <a:spLocks noGrp="1"/>
          </p:cNvSpPr>
          <p:nvPr>
            <p:ph type="dt" idx="10"/>
          </p:nvPr>
        </p:nvSpPr>
        <p:spPr>
          <a:xfrm>
            <a:off x="628650" y="4767263"/>
            <a:ext cx="2057400" cy="27384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3" name="Google Shape;63;p21"/>
          <p:cNvSpPr txBox="1">
            <a:spLocks noGrp="1"/>
          </p:cNvSpPr>
          <p:nvPr>
            <p:ph type="ftr" idx="11"/>
          </p:nvPr>
        </p:nvSpPr>
        <p:spPr>
          <a:xfrm>
            <a:off x="3028950" y="4767263"/>
            <a:ext cx="3086100" cy="27384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21"/>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GB" smtClean="0"/>
              <a:pPr/>
              <a:t>‹#›</a:t>
            </a:fld>
            <a:endParaRPr lang="en-GB"/>
          </a:p>
        </p:txBody>
      </p:sp>
    </p:spTree>
    <p:extLst>
      <p:ext uri="{BB962C8B-B14F-4D97-AF65-F5344CB8AC3E}">
        <p14:creationId xmlns:p14="http://schemas.microsoft.com/office/powerpoint/2010/main" val="356491043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Picture with Caption" type="picTx">
  <p:cSld name="Picture with Caption">
    <p:spTree>
      <p:nvGrpSpPr>
        <p:cNvPr id="1" name="Shape 65"/>
        <p:cNvGrpSpPr/>
        <p:nvPr/>
      </p:nvGrpSpPr>
      <p:grpSpPr>
        <a:xfrm>
          <a:off x="0" y="0"/>
          <a:ext cx="0" cy="0"/>
          <a:chOff x="0" y="0"/>
          <a:chExt cx="0" cy="0"/>
        </a:xfrm>
      </p:grpSpPr>
      <p:sp>
        <p:nvSpPr>
          <p:cNvPr id="66" name="Google Shape;66;p22"/>
          <p:cNvSpPr txBox="1">
            <a:spLocks noGrp="1"/>
          </p:cNvSpPr>
          <p:nvPr>
            <p:ph type="title"/>
          </p:nvPr>
        </p:nvSpPr>
        <p:spPr>
          <a:xfrm>
            <a:off x="629841" y="342900"/>
            <a:ext cx="2949178" cy="120015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24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7" name="Google Shape;67;p22"/>
          <p:cNvSpPr>
            <a:spLocks noGrp="1"/>
          </p:cNvSpPr>
          <p:nvPr>
            <p:ph type="pic" idx="2"/>
          </p:nvPr>
        </p:nvSpPr>
        <p:spPr>
          <a:xfrm>
            <a:off x="3887391" y="740569"/>
            <a:ext cx="4629150" cy="3655219"/>
          </a:xfrm>
          <a:prstGeom prst="rect">
            <a:avLst/>
          </a:prstGeom>
          <a:noFill/>
          <a:ln>
            <a:noFill/>
          </a:ln>
        </p:spPr>
      </p:sp>
      <p:sp>
        <p:nvSpPr>
          <p:cNvPr id="68" name="Google Shape;68;p22"/>
          <p:cNvSpPr txBox="1">
            <a:spLocks noGrp="1"/>
          </p:cNvSpPr>
          <p:nvPr>
            <p:ph type="body" idx="1"/>
          </p:nvPr>
        </p:nvSpPr>
        <p:spPr>
          <a:xfrm>
            <a:off x="629841" y="1543050"/>
            <a:ext cx="2949178" cy="2858691"/>
          </a:xfrm>
          <a:prstGeom prst="rect">
            <a:avLst/>
          </a:prstGeom>
          <a:noFill/>
          <a:ln>
            <a:noFill/>
          </a:ln>
        </p:spPr>
        <p:txBody>
          <a:bodyPr spcFirstLastPara="1" wrap="square" lIns="91425" tIns="45700" rIns="91425" bIns="45700" anchor="t" anchorCtr="0">
            <a:normAutofit/>
          </a:bodyPr>
          <a:lstStyle>
            <a:lvl1pPr marL="342900" lvl="0" indent="-171450" algn="l">
              <a:lnSpc>
                <a:spcPct val="90000"/>
              </a:lnSpc>
              <a:spcBef>
                <a:spcPts val="750"/>
              </a:spcBef>
              <a:spcAft>
                <a:spcPts val="0"/>
              </a:spcAft>
              <a:buClr>
                <a:schemeClr val="dk1"/>
              </a:buClr>
              <a:buSzPts val="1600"/>
              <a:buNone/>
              <a:defRPr sz="1200"/>
            </a:lvl1pPr>
            <a:lvl2pPr marL="685800" lvl="1" indent="-171450" algn="l">
              <a:lnSpc>
                <a:spcPct val="90000"/>
              </a:lnSpc>
              <a:spcBef>
                <a:spcPts val="375"/>
              </a:spcBef>
              <a:spcAft>
                <a:spcPts val="0"/>
              </a:spcAft>
              <a:buClr>
                <a:schemeClr val="dk1"/>
              </a:buClr>
              <a:buSzPts val="1400"/>
              <a:buNone/>
              <a:defRPr sz="1050"/>
            </a:lvl2pPr>
            <a:lvl3pPr marL="1028700" lvl="2" indent="-171450" algn="l">
              <a:lnSpc>
                <a:spcPct val="90000"/>
              </a:lnSpc>
              <a:spcBef>
                <a:spcPts val="375"/>
              </a:spcBef>
              <a:spcAft>
                <a:spcPts val="0"/>
              </a:spcAft>
              <a:buClr>
                <a:schemeClr val="dk1"/>
              </a:buClr>
              <a:buSzPts val="1200"/>
              <a:buNone/>
              <a:defRPr sz="900"/>
            </a:lvl3pPr>
            <a:lvl4pPr marL="1371600" lvl="3" indent="-171450" algn="l">
              <a:lnSpc>
                <a:spcPct val="90000"/>
              </a:lnSpc>
              <a:spcBef>
                <a:spcPts val="375"/>
              </a:spcBef>
              <a:spcAft>
                <a:spcPts val="0"/>
              </a:spcAft>
              <a:buClr>
                <a:schemeClr val="dk1"/>
              </a:buClr>
              <a:buSzPts val="1000"/>
              <a:buNone/>
              <a:defRPr sz="750"/>
            </a:lvl4pPr>
            <a:lvl5pPr marL="1714500" lvl="4" indent="-171450" algn="l">
              <a:lnSpc>
                <a:spcPct val="90000"/>
              </a:lnSpc>
              <a:spcBef>
                <a:spcPts val="375"/>
              </a:spcBef>
              <a:spcAft>
                <a:spcPts val="0"/>
              </a:spcAft>
              <a:buClr>
                <a:schemeClr val="dk1"/>
              </a:buClr>
              <a:buSzPts val="1000"/>
              <a:buNone/>
              <a:defRPr sz="750"/>
            </a:lvl5pPr>
            <a:lvl6pPr marL="2057400" lvl="5" indent="-171450" algn="l">
              <a:lnSpc>
                <a:spcPct val="90000"/>
              </a:lnSpc>
              <a:spcBef>
                <a:spcPts val="375"/>
              </a:spcBef>
              <a:spcAft>
                <a:spcPts val="0"/>
              </a:spcAft>
              <a:buClr>
                <a:schemeClr val="dk1"/>
              </a:buClr>
              <a:buSzPts val="1000"/>
              <a:buNone/>
              <a:defRPr sz="750"/>
            </a:lvl6pPr>
            <a:lvl7pPr marL="2400300" lvl="6" indent="-171450" algn="l">
              <a:lnSpc>
                <a:spcPct val="90000"/>
              </a:lnSpc>
              <a:spcBef>
                <a:spcPts val="375"/>
              </a:spcBef>
              <a:spcAft>
                <a:spcPts val="0"/>
              </a:spcAft>
              <a:buClr>
                <a:schemeClr val="dk1"/>
              </a:buClr>
              <a:buSzPts val="1000"/>
              <a:buNone/>
              <a:defRPr sz="750"/>
            </a:lvl7pPr>
            <a:lvl8pPr marL="2743200" lvl="7" indent="-171450" algn="l">
              <a:lnSpc>
                <a:spcPct val="90000"/>
              </a:lnSpc>
              <a:spcBef>
                <a:spcPts val="375"/>
              </a:spcBef>
              <a:spcAft>
                <a:spcPts val="0"/>
              </a:spcAft>
              <a:buClr>
                <a:schemeClr val="dk1"/>
              </a:buClr>
              <a:buSzPts val="1000"/>
              <a:buNone/>
              <a:defRPr sz="750"/>
            </a:lvl8pPr>
            <a:lvl9pPr marL="3086100" lvl="8" indent="-171450" algn="l">
              <a:lnSpc>
                <a:spcPct val="90000"/>
              </a:lnSpc>
              <a:spcBef>
                <a:spcPts val="375"/>
              </a:spcBef>
              <a:spcAft>
                <a:spcPts val="0"/>
              </a:spcAft>
              <a:buClr>
                <a:schemeClr val="dk1"/>
              </a:buClr>
              <a:buSzPts val="1000"/>
              <a:buNone/>
              <a:defRPr sz="750"/>
            </a:lvl9pPr>
          </a:lstStyle>
          <a:p>
            <a:endParaRPr/>
          </a:p>
        </p:txBody>
      </p:sp>
      <p:sp>
        <p:nvSpPr>
          <p:cNvPr id="69" name="Google Shape;69;p22"/>
          <p:cNvSpPr txBox="1">
            <a:spLocks noGrp="1"/>
          </p:cNvSpPr>
          <p:nvPr>
            <p:ph type="dt" idx="10"/>
          </p:nvPr>
        </p:nvSpPr>
        <p:spPr>
          <a:xfrm>
            <a:off x="628650" y="4767263"/>
            <a:ext cx="2057400" cy="27384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0" name="Google Shape;70;p22"/>
          <p:cNvSpPr txBox="1">
            <a:spLocks noGrp="1"/>
          </p:cNvSpPr>
          <p:nvPr>
            <p:ph type="ftr" idx="11"/>
          </p:nvPr>
        </p:nvSpPr>
        <p:spPr>
          <a:xfrm>
            <a:off x="3028950" y="4767263"/>
            <a:ext cx="3086100" cy="27384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22"/>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GB" smtClean="0"/>
              <a:pPr/>
              <a:t>‹#›</a:t>
            </a:fld>
            <a:endParaRPr lang="en-GB"/>
          </a:p>
        </p:txBody>
      </p:sp>
    </p:spTree>
    <p:extLst>
      <p:ext uri="{BB962C8B-B14F-4D97-AF65-F5344CB8AC3E}">
        <p14:creationId xmlns:p14="http://schemas.microsoft.com/office/powerpoint/2010/main" val="117728050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and Vertical Text" type="vertTx">
  <p:cSld name="Title and Vertical Text">
    <p:spTree>
      <p:nvGrpSpPr>
        <p:cNvPr id="1" name="Shape 72"/>
        <p:cNvGrpSpPr/>
        <p:nvPr/>
      </p:nvGrpSpPr>
      <p:grpSpPr>
        <a:xfrm>
          <a:off x="0" y="0"/>
          <a:ext cx="0" cy="0"/>
          <a:chOff x="0" y="0"/>
          <a:chExt cx="0" cy="0"/>
        </a:xfrm>
      </p:grpSpPr>
      <p:sp>
        <p:nvSpPr>
          <p:cNvPr id="73" name="Google Shape;73;p23"/>
          <p:cNvSpPr txBox="1">
            <a:spLocks noGrp="1"/>
          </p:cNvSpPr>
          <p:nvPr>
            <p:ph type="title"/>
          </p:nvPr>
        </p:nvSpPr>
        <p:spPr>
          <a:xfrm>
            <a:off x="628650" y="273844"/>
            <a:ext cx="7886700" cy="994172"/>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4" name="Google Shape;74;p23"/>
          <p:cNvSpPr txBox="1">
            <a:spLocks noGrp="1"/>
          </p:cNvSpPr>
          <p:nvPr>
            <p:ph type="body" idx="1"/>
          </p:nvPr>
        </p:nvSpPr>
        <p:spPr>
          <a:xfrm rot="5400000">
            <a:off x="2940248" y="-942380"/>
            <a:ext cx="3263504" cy="7886700"/>
          </a:xfrm>
          <a:prstGeom prst="rect">
            <a:avLst/>
          </a:prstGeom>
          <a:noFill/>
          <a:ln>
            <a:noFill/>
          </a:ln>
        </p:spPr>
        <p:txBody>
          <a:bodyPr spcFirstLastPara="1" wrap="square" lIns="91425" tIns="45700" rIns="91425" bIns="45700" anchor="t" anchorCtr="0">
            <a:normAutofit/>
          </a:bodyPr>
          <a:lstStyle>
            <a:lvl1pPr marL="342900" lvl="0" indent="-257175" algn="l">
              <a:lnSpc>
                <a:spcPct val="90000"/>
              </a:lnSpc>
              <a:spcBef>
                <a:spcPts val="750"/>
              </a:spcBef>
              <a:spcAft>
                <a:spcPts val="0"/>
              </a:spcAft>
              <a:buClr>
                <a:schemeClr val="dk1"/>
              </a:buClr>
              <a:buSzPts val="1800"/>
              <a:buChar char="•"/>
              <a:defRPr/>
            </a:lvl1pPr>
            <a:lvl2pPr marL="685800" lvl="1" indent="-257175" algn="l">
              <a:lnSpc>
                <a:spcPct val="90000"/>
              </a:lnSpc>
              <a:spcBef>
                <a:spcPts val="375"/>
              </a:spcBef>
              <a:spcAft>
                <a:spcPts val="0"/>
              </a:spcAft>
              <a:buClr>
                <a:schemeClr val="dk1"/>
              </a:buClr>
              <a:buSzPts val="1800"/>
              <a:buChar char="•"/>
              <a:defRPr/>
            </a:lvl2pPr>
            <a:lvl3pPr marL="1028700" lvl="2" indent="-257175" algn="l">
              <a:lnSpc>
                <a:spcPct val="90000"/>
              </a:lnSpc>
              <a:spcBef>
                <a:spcPts val="375"/>
              </a:spcBef>
              <a:spcAft>
                <a:spcPts val="0"/>
              </a:spcAft>
              <a:buClr>
                <a:schemeClr val="dk1"/>
              </a:buClr>
              <a:buSzPts val="1800"/>
              <a:buChar char="•"/>
              <a:defRPr/>
            </a:lvl3pPr>
            <a:lvl4pPr marL="1371600" lvl="3" indent="-257175" algn="l">
              <a:lnSpc>
                <a:spcPct val="90000"/>
              </a:lnSpc>
              <a:spcBef>
                <a:spcPts val="375"/>
              </a:spcBef>
              <a:spcAft>
                <a:spcPts val="0"/>
              </a:spcAft>
              <a:buClr>
                <a:schemeClr val="dk1"/>
              </a:buClr>
              <a:buSzPts val="1800"/>
              <a:buChar char="•"/>
              <a:defRPr/>
            </a:lvl4pPr>
            <a:lvl5pPr marL="1714500" lvl="4" indent="-257175" algn="l">
              <a:lnSpc>
                <a:spcPct val="90000"/>
              </a:lnSpc>
              <a:spcBef>
                <a:spcPts val="375"/>
              </a:spcBef>
              <a:spcAft>
                <a:spcPts val="0"/>
              </a:spcAft>
              <a:buClr>
                <a:schemeClr val="dk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endParaRPr/>
          </a:p>
        </p:txBody>
      </p:sp>
      <p:sp>
        <p:nvSpPr>
          <p:cNvPr id="75" name="Google Shape;75;p23"/>
          <p:cNvSpPr txBox="1">
            <a:spLocks noGrp="1"/>
          </p:cNvSpPr>
          <p:nvPr>
            <p:ph type="dt" idx="10"/>
          </p:nvPr>
        </p:nvSpPr>
        <p:spPr>
          <a:xfrm>
            <a:off x="628650" y="4767263"/>
            <a:ext cx="2057400" cy="27384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6" name="Google Shape;76;p23"/>
          <p:cNvSpPr txBox="1">
            <a:spLocks noGrp="1"/>
          </p:cNvSpPr>
          <p:nvPr>
            <p:ph type="ftr" idx="11"/>
          </p:nvPr>
        </p:nvSpPr>
        <p:spPr>
          <a:xfrm>
            <a:off x="3028950" y="4767263"/>
            <a:ext cx="3086100" cy="27384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23"/>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GB" smtClean="0"/>
              <a:pPr/>
              <a:t>‹#›</a:t>
            </a:fld>
            <a:endParaRPr lang="en-GB"/>
          </a:p>
        </p:txBody>
      </p:sp>
    </p:spTree>
    <p:extLst>
      <p:ext uri="{BB962C8B-B14F-4D97-AF65-F5344CB8AC3E}">
        <p14:creationId xmlns:p14="http://schemas.microsoft.com/office/powerpoint/2010/main" val="45482159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 Title and Text">
    <p:spTree>
      <p:nvGrpSpPr>
        <p:cNvPr id="1" name="Shape 78"/>
        <p:cNvGrpSpPr/>
        <p:nvPr/>
      </p:nvGrpSpPr>
      <p:grpSpPr>
        <a:xfrm>
          <a:off x="0" y="0"/>
          <a:ext cx="0" cy="0"/>
          <a:chOff x="0" y="0"/>
          <a:chExt cx="0" cy="0"/>
        </a:xfrm>
      </p:grpSpPr>
      <p:sp>
        <p:nvSpPr>
          <p:cNvPr id="79" name="Google Shape;79;p24"/>
          <p:cNvSpPr txBox="1">
            <a:spLocks noGrp="1"/>
          </p:cNvSpPr>
          <p:nvPr>
            <p:ph type="title"/>
          </p:nvPr>
        </p:nvSpPr>
        <p:spPr>
          <a:xfrm rot="5400000">
            <a:off x="5350073" y="1467446"/>
            <a:ext cx="4358879" cy="1971675"/>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0" name="Google Shape;80;p24"/>
          <p:cNvSpPr txBox="1">
            <a:spLocks noGrp="1"/>
          </p:cNvSpPr>
          <p:nvPr>
            <p:ph type="body" idx="1"/>
          </p:nvPr>
        </p:nvSpPr>
        <p:spPr>
          <a:xfrm rot="5400000">
            <a:off x="1349573" y="-447080"/>
            <a:ext cx="4358879" cy="5800725"/>
          </a:xfrm>
          <a:prstGeom prst="rect">
            <a:avLst/>
          </a:prstGeom>
          <a:noFill/>
          <a:ln>
            <a:noFill/>
          </a:ln>
        </p:spPr>
        <p:txBody>
          <a:bodyPr spcFirstLastPara="1" wrap="square" lIns="91425" tIns="45700" rIns="91425" bIns="45700" anchor="t" anchorCtr="0">
            <a:normAutofit/>
          </a:bodyPr>
          <a:lstStyle>
            <a:lvl1pPr marL="342900" lvl="0" indent="-257175" algn="l">
              <a:lnSpc>
                <a:spcPct val="90000"/>
              </a:lnSpc>
              <a:spcBef>
                <a:spcPts val="750"/>
              </a:spcBef>
              <a:spcAft>
                <a:spcPts val="0"/>
              </a:spcAft>
              <a:buClr>
                <a:schemeClr val="dk1"/>
              </a:buClr>
              <a:buSzPts val="1800"/>
              <a:buChar char="•"/>
              <a:defRPr/>
            </a:lvl1pPr>
            <a:lvl2pPr marL="685800" lvl="1" indent="-257175" algn="l">
              <a:lnSpc>
                <a:spcPct val="90000"/>
              </a:lnSpc>
              <a:spcBef>
                <a:spcPts val="375"/>
              </a:spcBef>
              <a:spcAft>
                <a:spcPts val="0"/>
              </a:spcAft>
              <a:buClr>
                <a:schemeClr val="dk1"/>
              </a:buClr>
              <a:buSzPts val="1800"/>
              <a:buChar char="•"/>
              <a:defRPr/>
            </a:lvl2pPr>
            <a:lvl3pPr marL="1028700" lvl="2" indent="-257175" algn="l">
              <a:lnSpc>
                <a:spcPct val="90000"/>
              </a:lnSpc>
              <a:spcBef>
                <a:spcPts val="375"/>
              </a:spcBef>
              <a:spcAft>
                <a:spcPts val="0"/>
              </a:spcAft>
              <a:buClr>
                <a:schemeClr val="dk1"/>
              </a:buClr>
              <a:buSzPts val="1800"/>
              <a:buChar char="•"/>
              <a:defRPr/>
            </a:lvl3pPr>
            <a:lvl4pPr marL="1371600" lvl="3" indent="-257175" algn="l">
              <a:lnSpc>
                <a:spcPct val="90000"/>
              </a:lnSpc>
              <a:spcBef>
                <a:spcPts val="375"/>
              </a:spcBef>
              <a:spcAft>
                <a:spcPts val="0"/>
              </a:spcAft>
              <a:buClr>
                <a:schemeClr val="dk1"/>
              </a:buClr>
              <a:buSzPts val="1800"/>
              <a:buChar char="•"/>
              <a:defRPr/>
            </a:lvl4pPr>
            <a:lvl5pPr marL="1714500" lvl="4" indent="-257175" algn="l">
              <a:lnSpc>
                <a:spcPct val="90000"/>
              </a:lnSpc>
              <a:spcBef>
                <a:spcPts val="375"/>
              </a:spcBef>
              <a:spcAft>
                <a:spcPts val="0"/>
              </a:spcAft>
              <a:buClr>
                <a:schemeClr val="dk1"/>
              </a:buClr>
              <a:buSzPts val="1800"/>
              <a:buChar char="•"/>
              <a:defRPr/>
            </a:lvl5pPr>
            <a:lvl6pPr marL="2057400" lvl="5" indent="-257175" algn="l">
              <a:lnSpc>
                <a:spcPct val="90000"/>
              </a:lnSpc>
              <a:spcBef>
                <a:spcPts val="375"/>
              </a:spcBef>
              <a:spcAft>
                <a:spcPts val="0"/>
              </a:spcAft>
              <a:buClr>
                <a:schemeClr val="dk1"/>
              </a:buClr>
              <a:buSzPts val="1800"/>
              <a:buChar char="•"/>
              <a:defRPr/>
            </a:lvl6pPr>
            <a:lvl7pPr marL="2400300" lvl="6" indent="-257175" algn="l">
              <a:lnSpc>
                <a:spcPct val="90000"/>
              </a:lnSpc>
              <a:spcBef>
                <a:spcPts val="375"/>
              </a:spcBef>
              <a:spcAft>
                <a:spcPts val="0"/>
              </a:spcAft>
              <a:buClr>
                <a:schemeClr val="dk1"/>
              </a:buClr>
              <a:buSzPts val="1800"/>
              <a:buChar char="•"/>
              <a:defRPr/>
            </a:lvl7pPr>
            <a:lvl8pPr marL="2743200" lvl="7" indent="-257175" algn="l">
              <a:lnSpc>
                <a:spcPct val="90000"/>
              </a:lnSpc>
              <a:spcBef>
                <a:spcPts val="375"/>
              </a:spcBef>
              <a:spcAft>
                <a:spcPts val="0"/>
              </a:spcAft>
              <a:buClr>
                <a:schemeClr val="dk1"/>
              </a:buClr>
              <a:buSzPts val="1800"/>
              <a:buChar char="•"/>
              <a:defRPr/>
            </a:lvl8pPr>
            <a:lvl9pPr marL="3086100" lvl="8" indent="-257175" algn="l">
              <a:lnSpc>
                <a:spcPct val="90000"/>
              </a:lnSpc>
              <a:spcBef>
                <a:spcPts val="375"/>
              </a:spcBef>
              <a:spcAft>
                <a:spcPts val="0"/>
              </a:spcAft>
              <a:buClr>
                <a:schemeClr val="dk1"/>
              </a:buClr>
              <a:buSzPts val="1800"/>
              <a:buChar char="•"/>
              <a:defRPr/>
            </a:lvl9pPr>
          </a:lstStyle>
          <a:p>
            <a:endParaRPr/>
          </a:p>
        </p:txBody>
      </p:sp>
      <p:sp>
        <p:nvSpPr>
          <p:cNvPr id="81" name="Google Shape;81;p24"/>
          <p:cNvSpPr txBox="1">
            <a:spLocks noGrp="1"/>
          </p:cNvSpPr>
          <p:nvPr>
            <p:ph type="dt" idx="10"/>
          </p:nvPr>
        </p:nvSpPr>
        <p:spPr>
          <a:xfrm>
            <a:off x="628650" y="4767263"/>
            <a:ext cx="2057400" cy="273844"/>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2" name="Google Shape;82;p24"/>
          <p:cNvSpPr txBox="1">
            <a:spLocks noGrp="1"/>
          </p:cNvSpPr>
          <p:nvPr>
            <p:ph type="ftr" idx="11"/>
          </p:nvPr>
        </p:nvSpPr>
        <p:spPr>
          <a:xfrm>
            <a:off x="3028950" y="4767263"/>
            <a:ext cx="3086100" cy="273844"/>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24"/>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fld id="{00000000-1234-1234-1234-123412341234}" type="slidenum">
              <a:rPr lang="en-GB" smtClean="0"/>
              <a:pPr/>
              <a:t>‹#›</a:t>
            </a:fld>
            <a:endParaRPr lang="en-GB"/>
          </a:p>
        </p:txBody>
      </p:sp>
    </p:spTree>
    <p:extLst>
      <p:ext uri="{BB962C8B-B14F-4D97-AF65-F5344CB8AC3E}">
        <p14:creationId xmlns:p14="http://schemas.microsoft.com/office/powerpoint/2010/main" val="16957001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hift">
    <p:bg>
      <p:bgPr>
        <a:solidFill>
          <a:schemeClr val="tx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1pPr>
            <a:lvl2pPr lvl="1">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2pPr>
            <a:lvl3pPr lvl="2">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3pPr>
            <a:lvl4pPr lvl="3">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4pPr>
            <a:lvl5pPr lvl="4">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5pPr>
            <a:lvl6pPr lvl="5">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6pPr>
            <a:lvl7pPr lvl="6">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7pPr>
            <a:lvl8pPr lvl="7">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8pPr>
            <a:lvl9pPr lvl="8">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9pPr>
          </a:lstStyle>
          <a:p>
            <a:endParaRPr/>
          </a:p>
        </p:txBody>
      </p:sp>
      <p:sp>
        <p:nvSpPr>
          <p:cNvPr id="7" name="Google Shape;7;p1"/>
          <p:cNvSpPr txBox="1">
            <a:spLocks noGrp="1"/>
          </p:cNvSpPr>
          <p:nvPr>
            <p:ph type="body" idx="1"/>
          </p:nvPr>
        </p:nvSpPr>
        <p:spPr>
          <a:xfrm>
            <a:off x="311700" y="1152475"/>
            <a:ext cx="8520600" cy="3391200"/>
          </a:xfrm>
          <a:prstGeom prst="rect">
            <a:avLst/>
          </a:prstGeom>
          <a:noFill/>
          <a:ln>
            <a:noFill/>
          </a:ln>
        </p:spPr>
        <p:txBody>
          <a:bodyPr spcFirstLastPara="1" wrap="square" lIns="91425" tIns="91425" rIns="91425" bIns="91425" anchor="t" anchorCtr="0">
            <a:normAutofit/>
          </a:bodyPr>
          <a:lstStyle>
            <a:lvl1pPr marL="457200" lvl="0" indent="-311150">
              <a:lnSpc>
                <a:spcPct val="115000"/>
              </a:lnSpc>
              <a:spcBef>
                <a:spcPts val="0"/>
              </a:spcBef>
              <a:spcAft>
                <a:spcPts val="0"/>
              </a:spcAft>
              <a:buClr>
                <a:schemeClr val="dk2"/>
              </a:buClr>
              <a:buSzPts val="1300"/>
              <a:buFont typeface="Calibri"/>
              <a:buChar char="●"/>
              <a:defRPr sz="1300">
                <a:solidFill>
                  <a:schemeClr val="dk2"/>
                </a:solidFill>
                <a:latin typeface="Calibri"/>
                <a:ea typeface="Calibri"/>
                <a:cs typeface="Calibri"/>
                <a:sym typeface="Calibri"/>
              </a:defRPr>
            </a:lvl1pPr>
            <a:lvl2pPr marL="914400" lvl="1" indent="-29845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2pPr>
            <a:lvl3pPr marL="1371600" lvl="2" indent="-29845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3pPr>
            <a:lvl4pPr marL="1828800" lvl="3" indent="-29845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4pPr>
            <a:lvl5pPr marL="2286000" lvl="4" indent="-29845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5pPr>
            <a:lvl6pPr marL="2743200" lvl="5" indent="-29845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6pPr>
            <a:lvl7pPr marL="3200400" lvl="6" indent="-29845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7pPr>
            <a:lvl8pPr marL="3657600" lvl="7" indent="-29845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8pPr>
            <a:lvl9pPr marL="4114800" lvl="8" indent="-29845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9pPr>
          </a:lstStyle>
          <a:p>
            <a:endParaRPr/>
          </a:p>
        </p:txBody>
      </p:sp>
      <p:sp>
        <p:nvSpPr>
          <p:cNvPr id="8" name="Google Shape;8;p1"/>
          <p:cNvSpPr txBox="1">
            <a:spLocks noGrp="1"/>
          </p:cNvSpPr>
          <p:nvPr>
            <p:ph type="sldNum" idx="12"/>
          </p:nvPr>
        </p:nvSpPr>
        <p:spPr>
          <a:xfrm>
            <a:off x="8390734" y="4543668"/>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latin typeface="Nunito"/>
                <a:ea typeface="Nunito"/>
                <a:cs typeface="Nunito"/>
                <a:sym typeface="Nunito"/>
              </a:defRPr>
            </a:lvl1pPr>
            <a:lvl2pPr lvl="1" algn="r">
              <a:buNone/>
              <a:defRPr sz="1000">
                <a:solidFill>
                  <a:schemeClr val="dk2"/>
                </a:solidFill>
                <a:latin typeface="Nunito"/>
                <a:ea typeface="Nunito"/>
                <a:cs typeface="Nunito"/>
                <a:sym typeface="Nunito"/>
              </a:defRPr>
            </a:lvl2pPr>
            <a:lvl3pPr lvl="2" algn="r">
              <a:buNone/>
              <a:defRPr sz="1000">
                <a:solidFill>
                  <a:schemeClr val="dk2"/>
                </a:solidFill>
                <a:latin typeface="Nunito"/>
                <a:ea typeface="Nunito"/>
                <a:cs typeface="Nunito"/>
                <a:sym typeface="Nunito"/>
              </a:defRPr>
            </a:lvl3pPr>
            <a:lvl4pPr lvl="3" algn="r">
              <a:buNone/>
              <a:defRPr sz="1000">
                <a:solidFill>
                  <a:schemeClr val="dk2"/>
                </a:solidFill>
                <a:latin typeface="Nunito"/>
                <a:ea typeface="Nunito"/>
                <a:cs typeface="Nunito"/>
                <a:sym typeface="Nunito"/>
              </a:defRPr>
            </a:lvl4pPr>
            <a:lvl5pPr lvl="4" algn="r">
              <a:buNone/>
              <a:defRPr sz="1000">
                <a:solidFill>
                  <a:schemeClr val="dk2"/>
                </a:solidFill>
                <a:latin typeface="Nunito"/>
                <a:ea typeface="Nunito"/>
                <a:cs typeface="Nunito"/>
                <a:sym typeface="Nunito"/>
              </a:defRPr>
            </a:lvl5pPr>
            <a:lvl6pPr lvl="5" algn="r">
              <a:buNone/>
              <a:defRPr sz="1000">
                <a:solidFill>
                  <a:schemeClr val="dk2"/>
                </a:solidFill>
                <a:latin typeface="Nunito"/>
                <a:ea typeface="Nunito"/>
                <a:cs typeface="Nunito"/>
                <a:sym typeface="Nunito"/>
              </a:defRPr>
            </a:lvl6pPr>
            <a:lvl7pPr lvl="6" algn="r">
              <a:buNone/>
              <a:defRPr sz="1000">
                <a:solidFill>
                  <a:schemeClr val="dk2"/>
                </a:solidFill>
                <a:latin typeface="Nunito"/>
                <a:ea typeface="Nunito"/>
                <a:cs typeface="Nunito"/>
                <a:sym typeface="Nunito"/>
              </a:defRPr>
            </a:lvl7pPr>
            <a:lvl8pPr lvl="7" algn="r">
              <a:buNone/>
              <a:defRPr sz="1000">
                <a:solidFill>
                  <a:schemeClr val="dk2"/>
                </a:solidFill>
                <a:latin typeface="Nunito"/>
                <a:ea typeface="Nunito"/>
                <a:cs typeface="Nunito"/>
                <a:sym typeface="Nunito"/>
              </a:defRPr>
            </a:lvl8pPr>
            <a:lvl9pPr lvl="8" algn="r">
              <a:buNone/>
              <a:defRPr sz="1000">
                <a:solidFill>
                  <a:schemeClr val="dk2"/>
                </a:solidFill>
                <a:latin typeface="Nunito"/>
                <a:ea typeface="Nunito"/>
                <a:cs typeface="Nunito"/>
                <a:sym typeface="Nunito"/>
              </a:defRPr>
            </a:lvl9pPr>
          </a:lstStyle>
          <a:p>
            <a:pPr marL="0" lvl="0" indent="0" algn="r" rtl="0">
              <a:spcBef>
                <a:spcPts val="0"/>
              </a:spcBef>
              <a:spcAft>
                <a:spcPts val="0"/>
              </a:spcAft>
              <a:buNone/>
            </a:pPr>
            <a:fld id="{00000000-1234-1234-1234-123412341234}" type="slidenum">
              <a:rPr lang="en-GB"/>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3"/>
          <p:cNvSpPr txBox="1">
            <a:spLocks noGrp="1"/>
          </p:cNvSpPr>
          <p:nvPr>
            <p:ph type="title"/>
          </p:nvPr>
        </p:nvSpPr>
        <p:spPr>
          <a:xfrm>
            <a:off x="628650" y="273844"/>
            <a:ext cx="7886700" cy="994172"/>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3"/>
          <p:cNvSpPr txBox="1">
            <a:spLocks noGrp="1"/>
          </p:cNvSpPr>
          <p:nvPr>
            <p:ph type="body" idx="1"/>
          </p:nvPr>
        </p:nvSpPr>
        <p:spPr>
          <a:xfrm>
            <a:off x="628650" y="1369219"/>
            <a:ext cx="7886700" cy="3263504"/>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13"/>
          <p:cNvSpPr txBox="1">
            <a:spLocks noGrp="1"/>
          </p:cNvSpPr>
          <p:nvPr>
            <p:ph type="dt" idx="10"/>
          </p:nvPr>
        </p:nvSpPr>
        <p:spPr>
          <a:xfrm>
            <a:off x="628650" y="4767263"/>
            <a:ext cx="2057400" cy="273844"/>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9pPr>
          </a:lstStyle>
          <a:p>
            <a:endParaRPr/>
          </a:p>
        </p:txBody>
      </p:sp>
      <p:sp>
        <p:nvSpPr>
          <p:cNvPr id="13" name="Google Shape;13;p13"/>
          <p:cNvSpPr txBox="1">
            <a:spLocks noGrp="1"/>
          </p:cNvSpPr>
          <p:nvPr>
            <p:ph type="ftr" idx="11"/>
          </p:nvPr>
        </p:nvSpPr>
        <p:spPr>
          <a:xfrm>
            <a:off x="3028950" y="4767263"/>
            <a:ext cx="3086100" cy="273844"/>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350" b="0" i="0" u="none" strike="noStrike" cap="none">
                <a:solidFill>
                  <a:schemeClr val="dk1"/>
                </a:solidFill>
                <a:latin typeface="Calibri"/>
                <a:ea typeface="Calibri"/>
                <a:cs typeface="Calibri"/>
                <a:sym typeface="Calibri"/>
              </a:defRPr>
            </a:lvl9pPr>
          </a:lstStyle>
          <a:p>
            <a:endParaRPr/>
          </a:p>
        </p:txBody>
      </p:sp>
      <p:sp>
        <p:nvSpPr>
          <p:cNvPr id="14" name="Google Shape;14;p13"/>
          <p:cNvSpPr txBox="1">
            <a:spLocks noGrp="1"/>
          </p:cNvSpPr>
          <p:nvPr>
            <p:ph type="sldNum" idx="12"/>
          </p:nvPr>
        </p:nvSpPr>
        <p:spPr>
          <a:xfrm>
            <a:off x="6457950" y="4767263"/>
            <a:ext cx="2057400" cy="273844"/>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rgbClr val="888888"/>
                </a:solidFill>
                <a:latin typeface="Calibri"/>
                <a:ea typeface="Calibri"/>
                <a:cs typeface="Calibri"/>
                <a:sym typeface="Calibri"/>
              </a:defRPr>
            </a:lvl1pPr>
            <a:lvl2pPr marL="0" marR="0" lvl="1" indent="0" algn="r" rtl="0">
              <a:spcBef>
                <a:spcPts val="0"/>
              </a:spcBef>
              <a:buNone/>
              <a:defRPr sz="900" b="0" i="0" u="none" strike="noStrike" cap="none">
                <a:solidFill>
                  <a:srgbClr val="888888"/>
                </a:solidFill>
                <a:latin typeface="Calibri"/>
                <a:ea typeface="Calibri"/>
                <a:cs typeface="Calibri"/>
                <a:sym typeface="Calibri"/>
              </a:defRPr>
            </a:lvl2pPr>
            <a:lvl3pPr marL="0" marR="0" lvl="2" indent="0" algn="r" rtl="0">
              <a:spcBef>
                <a:spcPts val="0"/>
              </a:spcBef>
              <a:buNone/>
              <a:defRPr sz="900" b="0" i="0" u="none" strike="noStrike" cap="none">
                <a:solidFill>
                  <a:srgbClr val="888888"/>
                </a:solidFill>
                <a:latin typeface="Calibri"/>
                <a:ea typeface="Calibri"/>
                <a:cs typeface="Calibri"/>
                <a:sym typeface="Calibri"/>
              </a:defRPr>
            </a:lvl3pPr>
            <a:lvl4pPr marL="0" marR="0" lvl="3" indent="0" algn="r" rtl="0">
              <a:spcBef>
                <a:spcPts val="0"/>
              </a:spcBef>
              <a:buNone/>
              <a:defRPr sz="900" b="0" i="0" u="none" strike="noStrike" cap="none">
                <a:solidFill>
                  <a:srgbClr val="888888"/>
                </a:solidFill>
                <a:latin typeface="Calibri"/>
                <a:ea typeface="Calibri"/>
                <a:cs typeface="Calibri"/>
                <a:sym typeface="Calibri"/>
              </a:defRPr>
            </a:lvl4pPr>
            <a:lvl5pPr marL="0" marR="0" lvl="4" indent="0" algn="r" rtl="0">
              <a:spcBef>
                <a:spcPts val="0"/>
              </a:spcBef>
              <a:buNone/>
              <a:defRPr sz="900" b="0" i="0" u="none" strike="noStrike" cap="none">
                <a:solidFill>
                  <a:srgbClr val="888888"/>
                </a:solidFill>
                <a:latin typeface="Calibri"/>
                <a:ea typeface="Calibri"/>
                <a:cs typeface="Calibri"/>
                <a:sym typeface="Calibri"/>
              </a:defRPr>
            </a:lvl5pPr>
            <a:lvl6pPr marL="0" marR="0" lvl="5" indent="0" algn="r" rtl="0">
              <a:spcBef>
                <a:spcPts val="0"/>
              </a:spcBef>
              <a:buNone/>
              <a:defRPr sz="900" b="0" i="0" u="none" strike="noStrike" cap="none">
                <a:solidFill>
                  <a:srgbClr val="888888"/>
                </a:solidFill>
                <a:latin typeface="Calibri"/>
                <a:ea typeface="Calibri"/>
                <a:cs typeface="Calibri"/>
                <a:sym typeface="Calibri"/>
              </a:defRPr>
            </a:lvl6pPr>
            <a:lvl7pPr marL="0" marR="0" lvl="6" indent="0" algn="r" rtl="0">
              <a:spcBef>
                <a:spcPts val="0"/>
              </a:spcBef>
              <a:buNone/>
              <a:defRPr sz="900" b="0" i="0" u="none" strike="noStrike" cap="none">
                <a:solidFill>
                  <a:srgbClr val="888888"/>
                </a:solidFill>
                <a:latin typeface="Calibri"/>
                <a:ea typeface="Calibri"/>
                <a:cs typeface="Calibri"/>
                <a:sym typeface="Calibri"/>
              </a:defRPr>
            </a:lvl7pPr>
            <a:lvl8pPr marL="0" marR="0" lvl="7" indent="0" algn="r" rtl="0">
              <a:spcBef>
                <a:spcPts val="0"/>
              </a:spcBef>
              <a:buNone/>
              <a:defRPr sz="900" b="0" i="0" u="none" strike="noStrike" cap="none">
                <a:solidFill>
                  <a:srgbClr val="888888"/>
                </a:solidFill>
                <a:latin typeface="Calibri"/>
                <a:ea typeface="Calibri"/>
                <a:cs typeface="Calibri"/>
                <a:sym typeface="Calibri"/>
              </a:defRPr>
            </a:lvl8pPr>
            <a:lvl9pPr marL="0" marR="0" lvl="8" indent="0" algn="r" rtl="0">
              <a:spcBef>
                <a:spcPts val="0"/>
              </a:spcBef>
              <a:buNone/>
              <a:defRPr sz="900" b="0" i="0" u="none" strike="noStrike" cap="none">
                <a:solidFill>
                  <a:srgbClr val="888888"/>
                </a:solidFill>
                <a:latin typeface="Calibri"/>
                <a:ea typeface="Calibri"/>
                <a:cs typeface="Calibri"/>
                <a:sym typeface="Calibri"/>
              </a:defRPr>
            </a:lvl9pPr>
          </a:lstStyle>
          <a:p>
            <a:fld id="{00000000-1234-1234-1234-123412341234}" type="slidenum">
              <a:rPr lang="en-GB" smtClean="0"/>
              <a:pPr/>
              <a:t>‹#›</a:t>
            </a:fld>
            <a:endParaRPr lang="en-GB"/>
          </a:p>
        </p:txBody>
      </p:sp>
    </p:spTree>
    <p:extLst>
      <p:ext uri="{BB962C8B-B14F-4D97-AF65-F5344CB8AC3E}">
        <p14:creationId xmlns:p14="http://schemas.microsoft.com/office/powerpoint/2010/main" val="2453756447"/>
      </p:ext>
    </p:extLst>
  </p:cSld>
  <p:clrMap bg1="lt1" tx1="dk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eg"/><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5.xml"/><Relationship Id="rId1" Type="http://schemas.openxmlformats.org/officeDocument/2006/relationships/slideLayout" Target="../slideLayouts/slideLayout3.xml"/><Relationship Id="rId4" Type="http://schemas.openxmlformats.org/officeDocument/2006/relationships/image" Target="../media/image7.jpg"/></Relationships>
</file>

<file path=ppt/slides/_rels/slide7.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3.xml"/><Relationship Id="rId4" Type="http://schemas.openxmlformats.org/officeDocument/2006/relationships/hyperlink" Target="http://creativecommons.org/licenses/by-nc-sa/4.0/?ref=chooser-v1" TargetMode="Externa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Shape 127"/>
        <p:cNvGrpSpPr/>
        <p:nvPr/>
      </p:nvGrpSpPr>
      <p:grpSpPr>
        <a:xfrm>
          <a:off x="0" y="0"/>
          <a:ext cx="0" cy="0"/>
          <a:chOff x="0" y="0"/>
          <a:chExt cx="0" cy="0"/>
        </a:xfrm>
      </p:grpSpPr>
      <p:sp>
        <p:nvSpPr>
          <p:cNvPr id="128" name="Google Shape;128;p13"/>
          <p:cNvSpPr txBox="1">
            <a:spLocks noGrp="1"/>
          </p:cNvSpPr>
          <p:nvPr>
            <p:ph type="ctrTitle"/>
          </p:nvPr>
        </p:nvSpPr>
        <p:spPr>
          <a:xfrm>
            <a:off x="1891350" y="944089"/>
            <a:ext cx="5361300" cy="1448100"/>
          </a:xfrm>
          <a:prstGeom prst="rect">
            <a:avLst/>
          </a:prstGeom>
          <a:ln w="57150">
            <a:solidFill>
              <a:srgbClr val="002060"/>
            </a:solidFill>
          </a:ln>
        </p:spPr>
        <p:txBody>
          <a:bodyPr spcFirstLastPara="1" wrap="square" lIns="91425" tIns="91425" rIns="91425" bIns="91425" anchor="ctr" anchorCtr="0">
            <a:normAutofit/>
          </a:bodyPr>
          <a:lstStyle/>
          <a:p>
            <a:pPr marL="0" lvl="0" indent="0" algn="ctr" rtl="0">
              <a:spcBef>
                <a:spcPts val="0"/>
              </a:spcBef>
              <a:spcAft>
                <a:spcPts val="0"/>
              </a:spcAft>
              <a:buNone/>
            </a:pPr>
            <a:r>
              <a:rPr lang="en-GB" b="1" u="sng" dirty="0">
                <a:solidFill>
                  <a:schemeClr val="bg2"/>
                </a:solidFill>
                <a:latin typeface="Calibri" panose="020F0502020204030204" pitchFamily="34" charset="0"/>
                <a:cs typeface="Calibri" panose="020F0502020204030204" pitchFamily="34" charset="0"/>
              </a:rPr>
              <a:t>Watertight Bulkheads</a:t>
            </a:r>
            <a:endParaRPr b="1" u="sng" dirty="0">
              <a:solidFill>
                <a:schemeClr val="bg2"/>
              </a:solidFill>
              <a:latin typeface="Calibri" panose="020F0502020204030204" pitchFamily="34" charset="0"/>
              <a:cs typeface="Calibri" panose="020F0502020204030204" pitchFamily="34" charset="0"/>
            </a:endParaRPr>
          </a:p>
        </p:txBody>
      </p:sp>
      <p:pic>
        <p:nvPicPr>
          <p:cNvPr id="130" name="Google Shape;130;p13"/>
          <p:cNvPicPr preferRelativeResize="0"/>
          <p:nvPr/>
        </p:nvPicPr>
        <p:blipFill>
          <a:blip r:embed="rId3">
            <a:alphaModFix/>
          </a:blip>
          <a:stretch>
            <a:fillRect/>
          </a:stretch>
        </p:blipFill>
        <p:spPr>
          <a:xfrm>
            <a:off x="2973789" y="2575958"/>
            <a:ext cx="3013084" cy="1635999"/>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Shape 140"/>
        <p:cNvGrpSpPr/>
        <p:nvPr/>
      </p:nvGrpSpPr>
      <p:grpSpPr>
        <a:xfrm>
          <a:off x="0" y="0"/>
          <a:ext cx="0" cy="0"/>
          <a:chOff x="0" y="0"/>
          <a:chExt cx="0" cy="0"/>
        </a:xfrm>
      </p:grpSpPr>
      <p:sp>
        <p:nvSpPr>
          <p:cNvPr id="142" name="Google Shape;142;p15"/>
          <p:cNvSpPr txBox="1">
            <a:spLocks noGrp="1"/>
          </p:cNvSpPr>
          <p:nvPr>
            <p:ph type="body" idx="1"/>
          </p:nvPr>
        </p:nvSpPr>
        <p:spPr>
          <a:xfrm>
            <a:off x="819150" y="98900"/>
            <a:ext cx="7505700" cy="767010"/>
          </a:xfrm>
          <a:prstGeom prst="rect">
            <a:avLst/>
          </a:prstGeom>
          <a:ln w="57150">
            <a:solidFill>
              <a:srgbClr val="002060"/>
            </a:solidFill>
          </a:ln>
        </p:spPr>
        <p:txBody>
          <a:bodyPr spcFirstLastPara="1" wrap="square" lIns="91425" tIns="91425" rIns="91425" bIns="91425" anchor="t" anchorCtr="0">
            <a:noAutofit/>
          </a:bodyPr>
          <a:lstStyle/>
          <a:p>
            <a:pPr marL="0" lvl="0" indent="0" algn="l" rtl="0">
              <a:spcBef>
                <a:spcPts val="0"/>
              </a:spcBef>
              <a:spcAft>
                <a:spcPts val="1200"/>
              </a:spcAft>
              <a:buNone/>
            </a:pPr>
            <a:r>
              <a:rPr lang="en-GB" sz="3600" dirty="0"/>
              <a:t>What do you know about the Titanic?</a:t>
            </a:r>
            <a:endParaRPr sz="3600" dirty="0"/>
          </a:p>
        </p:txBody>
      </p:sp>
      <p:pic>
        <p:nvPicPr>
          <p:cNvPr id="1026" name="Picture 2" descr="titanic 1912 RESTRICTED">
            <a:extLst>
              <a:ext uri="{FF2B5EF4-FFF2-40B4-BE49-F238E27FC236}">
                <a16:creationId xmlns:a16="http://schemas.microsoft.com/office/drawing/2014/main" id="{786C7F8C-1EC4-446B-A5E6-F56661ED2BC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95400" y="1110095"/>
            <a:ext cx="6677891" cy="375631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Shape 153"/>
        <p:cNvGrpSpPr/>
        <p:nvPr/>
      </p:nvGrpSpPr>
      <p:grpSpPr>
        <a:xfrm>
          <a:off x="0" y="0"/>
          <a:ext cx="0" cy="0"/>
          <a:chOff x="0" y="0"/>
          <a:chExt cx="0" cy="0"/>
        </a:xfrm>
      </p:grpSpPr>
      <p:sp>
        <p:nvSpPr>
          <p:cNvPr id="155" name="Google Shape;155;p17"/>
          <p:cNvSpPr txBox="1">
            <a:spLocks noGrp="1"/>
          </p:cNvSpPr>
          <p:nvPr>
            <p:ph type="body" idx="1"/>
          </p:nvPr>
        </p:nvSpPr>
        <p:spPr>
          <a:xfrm>
            <a:off x="278823" y="231196"/>
            <a:ext cx="4244686" cy="4631749"/>
          </a:xfrm>
          <a:prstGeom prst="rect">
            <a:avLst/>
          </a:prstGeom>
          <a:ln w="38100">
            <a:solidFill>
              <a:srgbClr val="002060"/>
            </a:solidFill>
          </a:ln>
        </p:spPr>
        <p:txBody>
          <a:bodyPr spcFirstLastPara="1" wrap="square" lIns="91425" tIns="91425" rIns="91425" bIns="91425" anchor="t" anchorCtr="0">
            <a:noAutofit/>
          </a:bodyPr>
          <a:lstStyle/>
          <a:p>
            <a:pPr marL="457200" lvl="0" indent="-311150" algn="l" rtl="0">
              <a:spcBef>
                <a:spcPts val="0"/>
              </a:spcBef>
              <a:spcAft>
                <a:spcPts val="0"/>
              </a:spcAft>
              <a:buSzPts val="1300"/>
              <a:buChar char="●"/>
            </a:pPr>
            <a:r>
              <a:rPr lang="en-GB" sz="1600" dirty="0"/>
              <a:t>Titanic weighed 46, 000 tonnes</a:t>
            </a:r>
          </a:p>
          <a:p>
            <a:pPr marL="457200" lvl="0" indent="-311150" algn="l" rtl="0">
              <a:spcBef>
                <a:spcPts val="0"/>
              </a:spcBef>
              <a:spcAft>
                <a:spcPts val="0"/>
              </a:spcAft>
              <a:buSzPts val="1300"/>
              <a:buChar char="●"/>
            </a:pPr>
            <a:endParaRPr sz="1600" dirty="0"/>
          </a:p>
          <a:p>
            <a:pPr marL="457200" lvl="0" indent="-311150" algn="l" rtl="0">
              <a:spcBef>
                <a:spcPts val="0"/>
              </a:spcBef>
              <a:spcAft>
                <a:spcPts val="0"/>
              </a:spcAft>
              <a:buSzPts val="1300"/>
              <a:buChar char="●"/>
            </a:pPr>
            <a:r>
              <a:rPr lang="en-GB" sz="1600" dirty="0"/>
              <a:t>A ship will float providing it is able to displace a larger weight of water that its own weight</a:t>
            </a:r>
          </a:p>
          <a:p>
            <a:pPr marL="457200" lvl="0" indent="-311150" algn="l" rtl="0">
              <a:spcBef>
                <a:spcPts val="0"/>
              </a:spcBef>
              <a:spcAft>
                <a:spcPts val="0"/>
              </a:spcAft>
              <a:buSzPts val="1300"/>
              <a:buChar char="●"/>
            </a:pPr>
            <a:endParaRPr sz="1600" dirty="0"/>
          </a:p>
          <a:p>
            <a:pPr marL="457200" lvl="0" indent="-311150" algn="l" rtl="0">
              <a:spcBef>
                <a:spcPts val="0"/>
              </a:spcBef>
              <a:spcAft>
                <a:spcPts val="0"/>
              </a:spcAft>
              <a:buSzPts val="1300"/>
              <a:buChar char="●"/>
            </a:pPr>
            <a:r>
              <a:rPr lang="en-GB" sz="1600" dirty="0"/>
              <a:t>When the Titanic struck the iceberg, a series of holes punctured the first five compartments, and as these filled up with water the bow of the ship tilted forward</a:t>
            </a:r>
          </a:p>
          <a:p>
            <a:pPr marL="457200" lvl="0" indent="-311150" algn="l" rtl="0">
              <a:spcBef>
                <a:spcPts val="0"/>
              </a:spcBef>
              <a:spcAft>
                <a:spcPts val="0"/>
              </a:spcAft>
              <a:buSzPts val="1300"/>
              <a:buChar char="●"/>
            </a:pPr>
            <a:endParaRPr sz="1600" dirty="0"/>
          </a:p>
          <a:p>
            <a:pPr marL="457200" lvl="0" indent="-311150" algn="l" rtl="0">
              <a:spcBef>
                <a:spcPts val="0"/>
              </a:spcBef>
              <a:spcAft>
                <a:spcPts val="0"/>
              </a:spcAft>
              <a:buSzPts val="1300"/>
              <a:buChar char="●"/>
            </a:pPr>
            <a:r>
              <a:rPr lang="en-GB" sz="1600" dirty="0"/>
              <a:t>Once this was below the waterline there was nothing to stop the water replacing the air in other compartments, and since water is heavier than air, gravity became bigger than upthrust and the Titanic sank. </a:t>
            </a:r>
            <a:endParaRPr sz="1600" dirty="0"/>
          </a:p>
          <a:p>
            <a:pPr marL="0" lvl="0" indent="0" algn="l" rtl="0">
              <a:spcBef>
                <a:spcPts val="1200"/>
              </a:spcBef>
              <a:spcAft>
                <a:spcPts val="1200"/>
              </a:spcAft>
              <a:buNone/>
            </a:pPr>
            <a:endParaRPr sz="1600" dirty="0"/>
          </a:p>
        </p:txBody>
      </p:sp>
      <p:pic>
        <p:nvPicPr>
          <p:cNvPr id="6" name="Picture 2" descr="titanic 1912 RESTRICTED">
            <a:extLst>
              <a:ext uri="{FF2B5EF4-FFF2-40B4-BE49-F238E27FC236}">
                <a16:creationId xmlns:a16="http://schemas.microsoft.com/office/drawing/2014/main" id="{F48638DB-EF65-401C-9A98-9038C169F92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24520" y="231196"/>
            <a:ext cx="3789989" cy="213186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Shape 159"/>
        <p:cNvGrpSpPr/>
        <p:nvPr/>
      </p:nvGrpSpPr>
      <p:grpSpPr>
        <a:xfrm>
          <a:off x="0" y="0"/>
          <a:ext cx="0" cy="0"/>
          <a:chOff x="0" y="0"/>
          <a:chExt cx="0" cy="0"/>
        </a:xfrm>
      </p:grpSpPr>
      <p:sp>
        <p:nvSpPr>
          <p:cNvPr id="160" name="Google Shape;160;p18"/>
          <p:cNvSpPr txBox="1">
            <a:spLocks noGrp="1"/>
          </p:cNvSpPr>
          <p:nvPr>
            <p:ph type="title"/>
          </p:nvPr>
        </p:nvSpPr>
        <p:spPr>
          <a:xfrm>
            <a:off x="292678" y="125164"/>
            <a:ext cx="8622722" cy="954600"/>
          </a:xfrm>
          <a:prstGeom prst="rect">
            <a:avLst/>
          </a:prstGeom>
          <a:ln w="38100">
            <a:solidFill>
              <a:srgbClr val="002060"/>
            </a:solidFill>
          </a:ln>
        </p:spPr>
        <p:txBody>
          <a:bodyPr spcFirstLastPara="1" wrap="square" lIns="91425" tIns="91425" rIns="91425" bIns="91425" anchor="t" anchorCtr="0">
            <a:normAutofit/>
          </a:bodyPr>
          <a:lstStyle/>
          <a:p>
            <a:pPr marL="0" lvl="0" indent="0" algn="ctr" rtl="0">
              <a:spcBef>
                <a:spcPts val="0"/>
              </a:spcBef>
              <a:spcAft>
                <a:spcPts val="0"/>
              </a:spcAft>
              <a:buNone/>
            </a:pPr>
            <a:r>
              <a:rPr lang="en-GB" u="sng" dirty="0">
                <a:solidFill>
                  <a:schemeClr val="bg2"/>
                </a:solidFill>
                <a:latin typeface="Calibri" panose="020F0502020204030204" pitchFamily="34" charset="0"/>
                <a:cs typeface="Calibri" panose="020F0502020204030204" pitchFamily="34" charset="0"/>
              </a:rPr>
              <a:t>Watertight Bulkheads</a:t>
            </a:r>
            <a:endParaRPr u="sng" dirty="0">
              <a:solidFill>
                <a:schemeClr val="bg2"/>
              </a:solidFill>
              <a:latin typeface="Calibri" panose="020F0502020204030204" pitchFamily="34" charset="0"/>
              <a:cs typeface="Calibri" panose="020F0502020204030204" pitchFamily="34" charset="0"/>
            </a:endParaRPr>
          </a:p>
        </p:txBody>
      </p:sp>
      <p:sp>
        <p:nvSpPr>
          <p:cNvPr id="161" name="Google Shape;161;p18"/>
          <p:cNvSpPr txBox="1">
            <a:spLocks noGrp="1"/>
          </p:cNvSpPr>
          <p:nvPr>
            <p:ph type="body" idx="1"/>
          </p:nvPr>
        </p:nvSpPr>
        <p:spPr>
          <a:xfrm>
            <a:off x="292677" y="1284143"/>
            <a:ext cx="2997777" cy="3239366"/>
          </a:xfrm>
          <a:prstGeom prst="rect">
            <a:avLst/>
          </a:prstGeom>
          <a:ln w="57150">
            <a:solidFill>
              <a:srgbClr val="002060"/>
            </a:solidFill>
          </a:ln>
        </p:spPr>
        <p:txBody>
          <a:bodyPr spcFirstLastPara="1" wrap="square" lIns="91425" tIns="91425" rIns="91425" bIns="91425" anchor="t" anchorCtr="0">
            <a:noAutofit/>
          </a:bodyPr>
          <a:lstStyle/>
          <a:p>
            <a:pPr marL="0" lvl="0" indent="0" algn="l" rtl="0">
              <a:spcBef>
                <a:spcPts val="0"/>
              </a:spcBef>
              <a:spcAft>
                <a:spcPts val="1200"/>
              </a:spcAft>
              <a:buNone/>
            </a:pPr>
            <a:r>
              <a:rPr lang="en-GB" sz="2000" dirty="0"/>
              <a:t>Watertight bulkheads are vertically designed watertight divisions/walls within the ship's structure to avoid intake of water in the compartment if the adjacent compartment is flooded due to damage in ship's hull</a:t>
            </a:r>
            <a:endParaRPr sz="2000" dirty="0"/>
          </a:p>
        </p:txBody>
      </p:sp>
      <p:pic>
        <p:nvPicPr>
          <p:cNvPr id="162" name="Google Shape;162;p18"/>
          <p:cNvPicPr preferRelativeResize="0"/>
          <p:nvPr/>
        </p:nvPicPr>
        <p:blipFill rotWithShape="1">
          <a:blip r:embed="rId3">
            <a:alphaModFix/>
          </a:blip>
          <a:srcRect t="5589" b="4981"/>
          <a:stretch/>
        </p:blipFill>
        <p:spPr>
          <a:xfrm>
            <a:off x="3383700" y="1990725"/>
            <a:ext cx="5370675" cy="2388024"/>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9551665-2512-8140-54ED-730FFA56F157}"/>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742978" y="980386"/>
            <a:ext cx="5658043" cy="3182727"/>
          </a:xfrm>
          <a:prstGeom prst="rect">
            <a:avLst/>
          </a:prstGeom>
          <a:noFill/>
          <a:ln>
            <a:noFill/>
          </a:ln>
        </p:spPr>
      </p:pic>
      <p:sp>
        <p:nvSpPr>
          <p:cNvPr id="5" name="TextBox 4">
            <a:extLst>
              <a:ext uri="{FF2B5EF4-FFF2-40B4-BE49-F238E27FC236}">
                <a16:creationId xmlns:a16="http://schemas.microsoft.com/office/drawing/2014/main" id="{1AF93CE0-350A-2909-0FF5-8FE902F95E12}"/>
              </a:ext>
            </a:extLst>
          </p:cNvPr>
          <p:cNvSpPr txBox="1"/>
          <p:nvPr/>
        </p:nvSpPr>
        <p:spPr>
          <a:xfrm>
            <a:off x="4890346" y="694044"/>
            <a:ext cx="2289387" cy="523220"/>
          </a:xfrm>
          <a:prstGeom prst="rect">
            <a:avLst/>
          </a:prstGeom>
          <a:noFill/>
        </p:spPr>
        <p:txBody>
          <a:bodyPr wrap="square" rtlCol="0">
            <a:spAutoFit/>
          </a:bodyPr>
          <a:lstStyle/>
          <a:p>
            <a:r>
              <a:rPr lang="en-GB" dirty="0"/>
              <a:t>Juice carton (waterproof)</a:t>
            </a:r>
          </a:p>
          <a:p>
            <a:r>
              <a:rPr lang="en-GB" dirty="0"/>
              <a:t>Remove one side</a:t>
            </a:r>
          </a:p>
        </p:txBody>
      </p:sp>
      <p:sp>
        <p:nvSpPr>
          <p:cNvPr id="6" name="TextBox 5">
            <a:extLst>
              <a:ext uri="{FF2B5EF4-FFF2-40B4-BE49-F238E27FC236}">
                <a16:creationId xmlns:a16="http://schemas.microsoft.com/office/drawing/2014/main" id="{FACA5EFE-DBF3-9707-03F1-DE39C0E3803D}"/>
              </a:ext>
            </a:extLst>
          </p:cNvPr>
          <p:cNvSpPr txBox="1"/>
          <p:nvPr/>
        </p:nvSpPr>
        <p:spPr>
          <a:xfrm>
            <a:off x="2315387" y="3980043"/>
            <a:ext cx="1680429" cy="523220"/>
          </a:xfrm>
          <a:prstGeom prst="rect">
            <a:avLst/>
          </a:prstGeom>
          <a:noFill/>
        </p:spPr>
        <p:txBody>
          <a:bodyPr wrap="square" rtlCol="0">
            <a:spAutoFit/>
          </a:bodyPr>
          <a:lstStyle/>
          <a:p>
            <a:r>
              <a:rPr lang="en-GB" dirty="0"/>
              <a:t>Clay, wrapped in waterproof bags</a:t>
            </a:r>
          </a:p>
        </p:txBody>
      </p:sp>
      <p:sp>
        <p:nvSpPr>
          <p:cNvPr id="7" name="TextBox 6">
            <a:extLst>
              <a:ext uri="{FF2B5EF4-FFF2-40B4-BE49-F238E27FC236}">
                <a16:creationId xmlns:a16="http://schemas.microsoft.com/office/drawing/2014/main" id="{64A5AB55-1F15-7BC7-E511-01932E3533F2}"/>
              </a:ext>
            </a:extLst>
          </p:cNvPr>
          <p:cNvSpPr txBox="1"/>
          <p:nvPr/>
        </p:nvSpPr>
        <p:spPr>
          <a:xfrm>
            <a:off x="4926891" y="3991555"/>
            <a:ext cx="1680429" cy="523220"/>
          </a:xfrm>
          <a:prstGeom prst="rect">
            <a:avLst/>
          </a:prstGeom>
          <a:noFill/>
        </p:spPr>
        <p:txBody>
          <a:bodyPr wrap="square" rtlCol="0">
            <a:spAutoFit/>
          </a:bodyPr>
          <a:lstStyle/>
          <a:p>
            <a:pPr algn="r"/>
            <a:r>
              <a:rPr lang="en-GB" dirty="0"/>
              <a:t>Clay, wrapped in waterproof bags</a:t>
            </a:r>
          </a:p>
        </p:txBody>
      </p:sp>
      <p:pic>
        <p:nvPicPr>
          <p:cNvPr id="1034" name="Picture 10" descr="Curved Arrow PNGs for Free Download">
            <a:extLst>
              <a:ext uri="{FF2B5EF4-FFF2-40B4-BE49-F238E27FC236}">
                <a16:creationId xmlns:a16="http://schemas.microsoft.com/office/drawing/2014/main" id="{43B893D6-C055-50C3-92B3-DB8E46044631}"/>
              </a:ext>
            </a:extLst>
          </p:cNvPr>
          <p:cNvPicPr>
            <a:picLocks noChangeAspect="1" noChangeArrowheads="1"/>
          </p:cNvPicPr>
          <p:nvPr/>
        </p:nvPicPr>
        <p:blipFill>
          <a:blip r:embed="rId3">
            <a:duotone>
              <a:schemeClr val="accent3">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rot="15181175">
            <a:off x="2615596" y="2264432"/>
            <a:ext cx="901032" cy="627897"/>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10" descr="Curved Arrow PNGs for Free Download">
            <a:extLst>
              <a:ext uri="{FF2B5EF4-FFF2-40B4-BE49-F238E27FC236}">
                <a16:creationId xmlns:a16="http://schemas.microsoft.com/office/drawing/2014/main" id="{E0EDDF1D-3C56-63D9-F6C8-6E8FE883508B}"/>
              </a:ext>
            </a:extLst>
          </p:cNvPr>
          <p:cNvPicPr>
            <a:picLocks noChangeAspect="1" noChangeArrowheads="1"/>
          </p:cNvPicPr>
          <p:nvPr/>
        </p:nvPicPr>
        <p:blipFill>
          <a:blip r:embed="rId3">
            <a:duotone>
              <a:schemeClr val="accent4">
                <a:shade val="45000"/>
                <a:satMod val="135000"/>
              </a:schemeClr>
              <a:prstClr val="white"/>
            </a:duotone>
            <a:extLst>
              <a:ext uri="{28A0092B-C50C-407E-A947-70E740481C1C}">
                <a14:useLocalDpi xmlns:a14="http://schemas.microsoft.com/office/drawing/2010/main" val="0"/>
              </a:ext>
            </a:extLst>
          </a:blip>
          <a:srcRect/>
          <a:stretch>
            <a:fillRect/>
          </a:stretch>
        </p:blipFill>
        <p:spPr bwMode="auto">
          <a:xfrm rot="6287406" flipH="1">
            <a:off x="5453417" y="2010460"/>
            <a:ext cx="1174607" cy="818542"/>
          </a:xfrm>
          <a:prstGeom prst="rect">
            <a:avLst/>
          </a:prstGeom>
          <a:noFill/>
          <a:extLst>
            <a:ext uri="{909E8E84-426E-40DD-AFC4-6F175D3DCCD1}">
              <a14:hiddenFill xmlns:a14="http://schemas.microsoft.com/office/drawing/2010/main">
                <a:solidFill>
                  <a:srgbClr val="FFFFFF"/>
                </a:solidFill>
              </a14:hiddenFill>
            </a:ext>
          </a:extLst>
        </p:spPr>
      </p:pic>
      <p:sp>
        <p:nvSpPr>
          <p:cNvPr id="11" name="Rectangle: Rounded Corners 10">
            <a:extLst>
              <a:ext uri="{FF2B5EF4-FFF2-40B4-BE49-F238E27FC236}">
                <a16:creationId xmlns:a16="http://schemas.microsoft.com/office/drawing/2014/main" id="{106887D0-95CF-2BC0-5D29-2A44DB05E123}"/>
              </a:ext>
            </a:extLst>
          </p:cNvPr>
          <p:cNvSpPr/>
          <p:nvPr/>
        </p:nvSpPr>
        <p:spPr>
          <a:xfrm>
            <a:off x="3232403" y="1568926"/>
            <a:ext cx="1049867" cy="696982"/>
          </a:xfrm>
          <a:custGeom>
            <a:avLst/>
            <a:gdLst>
              <a:gd name="connsiteX0" fmla="*/ 0 w 1049867"/>
              <a:gd name="connsiteY0" fmla="*/ 241853 h 696982"/>
              <a:gd name="connsiteX1" fmla="*/ 241853 w 1049867"/>
              <a:gd name="connsiteY1" fmla="*/ 0 h 696982"/>
              <a:gd name="connsiteX2" fmla="*/ 808014 w 1049867"/>
              <a:gd name="connsiteY2" fmla="*/ 0 h 696982"/>
              <a:gd name="connsiteX3" fmla="*/ 1049867 w 1049867"/>
              <a:gd name="connsiteY3" fmla="*/ 241853 h 696982"/>
              <a:gd name="connsiteX4" fmla="*/ 1049867 w 1049867"/>
              <a:gd name="connsiteY4" fmla="*/ 455129 h 696982"/>
              <a:gd name="connsiteX5" fmla="*/ 808014 w 1049867"/>
              <a:gd name="connsiteY5" fmla="*/ 696982 h 696982"/>
              <a:gd name="connsiteX6" fmla="*/ 241853 w 1049867"/>
              <a:gd name="connsiteY6" fmla="*/ 696982 h 696982"/>
              <a:gd name="connsiteX7" fmla="*/ 0 w 1049867"/>
              <a:gd name="connsiteY7" fmla="*/ 455129 h 696982"/>
              <a:gd name="connsiteX8" fmla="*/ 0 w 1049867"/>
              <a:gd name="connsiteY8" fmla="*/ 241853 h 6969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49867" h="696982" extrusionOk="0">
                <a:moveTo>
                  <a:pt x="0" y="241853"/>
                </a:moveTo>
                <a:cubicBezTo>
                  <a:pt x="32298" y="127862"/>
                  <a:pt x="118283" y="17406"/>
                  <a:pt x="241853" y="0"/>
                </a:cubicBezTo>
                <a:cubicBezTo>
                  <a:pt x="523558" y="-64773"/>
                  <a:pt x="636861" y="61471"/>
                  <a:pt x="808014" y="0"/>
                </a:cubicBezTo>
                <a:cubicBezTo>
                  <a:pt x="925522" y="-7971"/>
                  <a:pt x="1037812" y="113432"/>
                  <a:pt x="1049867" y="241853"/>
                </a:cubicBezTo>
                <a:cubicBezTo>
                  <a:pt x="1051796" y="317417"/>
                  <a:pt x="1030551" y="365148"/>
                  <a:pt x="1049867" y="455129"/>
                </a:cubicBezTo>
                <a:cubicBezTo>
                  <a:pt x="1020421" y="603124"/>
                  <a:pt x="959936" y="691129"/>
                  <a:pt x="808014" y="696982"/>
                </a:cubicBezTo>
                <a:cubicBezTo>
                  <a:pt x="566429" y="710584"/>
                  <a:pt x="489515" y="671363"/>
                  <a:pt x="241853" y="696982"/>
                </a:cubicBezTo>
                <a:cubicBezTo>
                  <a:pt x="147748" y="700409"/>
                  <a:pt x="4536" y="585719"/>
                  <a:pt x="0" y="455129"/>
                </a:cubicBezTo>
                <a:cubicBezTo>
                  <a:pt x="-10315" y="387486"/>
                  <a:pt x="9795" y="321710"/>
                  <a:pt x="0" y="241853"/>
                </a:cubicBezTo>
                <a:close/>
              </a:path>
            </a:pathLst>
          </a:custGeom>
          <a:noFill/>
          <a:ln w="28575">
            <a:solidFill>
              <a:srgbClr val="FFFF00"/>
            </a:solidFill>
            <a:prstDash val="sysDot"/>
            <a:extLst>
              <a:ext uri="{C807C97D-BFC1-408E-A445-0C87EB9F89A2}">
                <ask:lineSketchStyleProps xmlns:ask="http://schemas.microsoft.com/office/drawing/2018/sketchyshapes" sd="1774161891">
                  <a:prstGeom prst="roundRect">
                    <a:avLst>
                      <a:gd name="adj" fmla="val 34700"/>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Rectangle: Rounded Corners 11">
            <a:extLst>
              <a:ext uri="{FF2B5EF4-FFF2-40B4-BE49-F238E27FC236}">
                <a16:creationId xmlns:a16="http://schemas.microsoft.com/office/drawing/2014/main" id="{77F01B05-01BB-70B4-0E64-ED2FF4BA0FCE}"/>
              </a:ext>
            </a:extLst>
          </p:cNvPr>
          <p:cNvSpPr/>
          <p:nvPr/>
        </p:nvSpPr>
        <p:spPr>
          <a:xfrm>
            <a:off x="4282270" y="1568926"/>
            <a:ext cx="1489425" cy="696982"/>
          </a:xfrm>
          <a:custGeom>
            <a:avLst/>
            <a:gdLst>
              <a:gd name="connsiteX0" fmla="*/ 0 w 1489425"/>
              <a:gd name="connsiteY0" fmla="*/ 241853 h 696982"/>
              <a:gd name="connsiteX1" fmla="*/ 241853 w 1489425"/>
              <a:gd name="connsiteY1" fmla="*/ 0 h 696982"/>
              <a:gd name="connsiteX2" fmla="*/ 744713 w 1489425"/>
              <a:gd name="connsiteY2" fmla="*/ 0 h 696982"/>
              <a:gd name="connsiteX3" fmla="*/ 1247572 w 1489425"/>
              <a:gd name="connsiteY3" fmla="*/ 0 h 696982"/>
              <a:gd name="connsiteX4" fmla="*/ 1489425 w 1489425"/>
              <a:gd name="connsiteY4" fmla="*/ 241853 h 696982"/>
              <a:gd name="connsiteX5" fmla="*/ 1489425 w 1489425"/>
              <a:gd name="connsiteY5" fmla="*/ 455129 h 696982"/>
              <a:gd name="connsiteX6" fmla="*/ 1247572 w 1489425"/>
              <a:gd name="connsiteY6" fmla="*/ 696982 h 696982"/>
              <a:gd name="connsiteX7" fmla="*/ 764827 w 1489425"/>
              <a:gd name="connsiteY7" fmla="*/ 696982 h 696982"/>
              <a:gd name="connsiteX8" fmla="*/ 241853 w 1489425"/>
              <a:gd name="connsiteY8" fmla="*/ 696982 h 696982"/>
              <a:gd name="connsiteX9" fmla="*/ 0 w 1489425"/>
              <a:gd name="connsiteY9" fmla="*/ 455129 h 696982"/>
              <a:gd name="connsiteX10" fmla="*/ 0 w 1489425"/>
              <a:gd name="connsiteY10" fmla="*/ 241853 h 6969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89425" h="696982" extrusionOk="0">
                <a:moveTo>
                  <a:pt x="0" y="241853"/>
                </a:moveTo>
                <a:cubicBezTo>
                  <a:pt x="32298" y="127862"/>
                  <a:pt x="118283" y="17406"/>
                  <a:pt x="241853" y="0"/>
                </a:cubicBezTo>
                <a:cubicBezTo>
                  <a:pt x="390556" y="-4922"/>
                  <a:pt x="563761" y="32931"/>
                  <a:pt x="744713" y="0"/>
                </a:cubicBezTo>
                <a:cubicBezTo>
                  <a:pt x="925665" y="-32931"/>
                  <a:pt x="1044170" y="56216"/>
                  <a:pt x="1247572" y="0"/>
                </a:cubicBezTo>
                <a:cubicBezTo>
                  <a:pt x="1368572" y="7490"/>
                  <a:pt x="1471098" y="122259"/>
                  <a:pt x="1489425" y="241853"/>
                </a:cubicBezTo>
                <a:cubicBezTo>
                  <a:pt x="1496810" y="284569"/>
                  <a:pt x="1479595" y="351620"/>
                  <a:pt x="1489425" y="455129"/>
                </a:cubicBezTo>
                <a:cubicBezTo>
                  <a:pt x="1492885" y="584753"/>
                  <a:pt x="1367468" y="718838"/>
                  <a:pt x="1247572" y="696982"/>
                </a:cubicBezTo>
                <a:cubicBezTo>
                  <a:pt x="1046122" y="733906"/>
                  <a:pt x="962247" y="681838"/>
                  <a:pt x="764827" y="696982"/>
                </a:cubicBezTo>
                <a:cubicBezTo>
                  <a:pt x="567407" y="712126"/>
                  <a:pt x="459940" y="678926"/>
                  <a:pt x="241853" y="696982"/>
                </a:cubicBezTo>
                <a:cubicBezTo>
                  <a:pt x="84384" y="675560"/>
                  <a:pt x="-13051" y="581630"/>
                  <a:pt x="0" y="455129"/>
                </a:cubicBezTo>
                <a:cubicBezTo>
                  <a:pt x="-9990" y="384197"/>
                  <a:pt x="19733" y="317134"/>
                  <a:pt x="0" y="241853"/>
                </a:cubicBezTo>
                <a:close/>
              </a:path>
            </a:pathLst>
          </a:custGeom>
          <a:noFill/>
          <a:ln w="28575">
            <a:solidFill>
              <a:schemeClr val="accent4"/>
            </a:solidFill>
            <a:prstDash val="sysDot"/>
            <a:extLst>
              <a:ext uri="{C807C97D-BFC1-408E-A445-0C87EB9F89A2}">
                <ask:lineSketchStyleProps xmlns:ask="http://schemas.microsoft.com/office/drawing/2018/sketchyshapes" sd="1774161891">
                  <a:prstGeom prst="roundRect">
                    <a:avLst>
                      <a:gd name="adj" fmla="val 34700"/>
                    </a:avLst>
                  </a:prstGeom>
                  <ask:type>
                    <ask:lineSketchScribbl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Tree>
    <p:extLst>
      <p:ext uri="{BB962C8B-B14F-4D97-AF65-F5344CB8AC3E}">
        <p14:creationId xmlns:p14="http://schemas.microsoft.com/office/powerpoint/2010/main" val="13210075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Shape 183"/>
        <p:cNvGrpSpPr/>
        <p:nvPr/>
      </p:nvGrpSpPr>
      <p:grpSpPr>
        <a:xfrm>
          <a:off x="0" y="0"/>
          <a:ext cx="0" cy="0"/>
          <a:chOff x="0" y="0"/>
          <a:chExt cx="0" cy="0"/>
        </a:xfrm>
      </p:grpSpPr>
      <p:sp>
        <p:nvSpPr>
          <p:cNvPr id="184" name="Google Shape;184;p20"/>
          <p:cNvSpPr txBox="1">
            <a:spLocks noGrp="1"/>
          </p:cNvSpPr>
          <p:nvPr>
            <p:ph type="body" idx="1"/>
          </p:nvPr>
        </p:nvSpPr>
        <p:spPr>
          <a:xfrm>
            <a:off x="200676" y="360575"/>
            <a:ext cx="5075752" cy="4096278"/>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GB" sz="2200" u="sng" dirty="0"/>
              <a:t>Carton ship layout</a:t>
            </a:r>
            <a:endParaRPr sz="2200" u="sng" dirty="0"/>
          </a:p>
          <a:p>
            <a:pPr marL="0" lvl="0" indent="0" algn="l" rtl="0">
              <a:spcBef>
                <a:spcPts val="1200"/>
              </a:spcBef>
              <a:spcAft>
                <a:spcPts val="0"/>
              </a:spcAft>
              <a:buNone/>
            </a:pPr>
            <a:endParaRPr sz="1800" u="sng" dirty="0"/>
          </a:p>
          <a:p>
            <a:pPr marL="457200" lvl="0" indent="-336550" algn="l" rtl="0">
              <a:spcBef>
                <a:spcPts val="1200"/>
              </a:spcBef>
              <a:spcAft>
                <a:spcPts val="0"/>
              </a:spcAft>
              <a:buSzPts val="1700"/>
              <a:buChar char="●"/>
            </a:pPr>
            <a:r>
              <a:rPr lang="en-GB" sz="1700" dirty="0"/>
              <a:t>Build two identical model ships: one without a bulkhead, and one with a bulkhead.</a:t>
            </a:r>
          </a:p>
          <a:p>
            <a:pPr marL="457200" lvl="0" indent="-336550" algn="l" rtl="0">
              <a:spcBef>
                <a:spcPts val="1200"/>
              </a:spcBef>
              <a:spcAft>
                <a:spcPts val="0"/>
              </a:spcAft>
              <a:buSzPts val="1700"/>
              <a:buChar char="●"/>
            </a:pPr>
            <a:r>
              <a:rPr lang="en-GB" sz="1700" dirty="0"/>
              <a:t>Place equal weights (clay in resealable bag) inside both ships to simulate the cargo and passengers. Ensure the weight is evenly distributed.</a:t>
            </a:r>
          </a:p>
          <a:p>
            <a:pPr marL="457200" lvl="0" indent="-336550" algn="l" rtl="0">
              <a:spcBef>
                <a:spcPts val="1200"/>
              </a:spcBef>
              <a:spcAft>
                <a:spcPts val="0"/>
              </a:spcAft>
              <a:buSzPts val="1700"/>
              <a:buChar char="●"/>
            </a:pPr>
            <a:r>
              <a:rPr lang="en-GB" sz="1700" dirty="0"/>
              <a:t>Float the ships in their respective water tanks and observe if they remain stable and at the same water level.</a:t>
            </a:r>
          </a:p>
        </p:txBody>
      </p:sp>
      <p:pic>
        <p:nvPicPr>
          <p:cNvPr id="3" name="Picture 2" descr="A package of toothpaste in a plastic container&#10;&#10;Description automatically generated">
            <a:extLst>
              <a:ext uri="{FF2B5EF4-FFF2-40B4-BE49-F238E27FC236}">
                <a16:creationId xmlns:a16="http://schemas.microsoft.com/office/drawing/2014/main" id="{51FC7956-39A3-CC4C-BA71-16B06F8384D7}"/>
              </a:ext>
            </a:extLst>
          </p:cNvPr>
          <p:cNvPicPr>
            <a:picLocks noChangeAspect="1"/>
          </p:cNvPicPr>
          <p:nvPr/>
        </p:nvPicPr>
        <p:blipFill>
          <a:blip r:embed="rId3"/>
          <a:stretch>
            <a:fillRect/>
          </a:stretch>
        </p:blipFill>
        <p:spPr>
          <a:xfrm>
            <a:off x="5906347" y="2961005"/>
            <a:ext cx="2716107" cy="1527810"/>
          </a:xfrm>
          <a:prstGeom prst="rect">
            <a:avLst/>
          </a:prstGeom>
        </p:spPr>
      </p:pic>
      <p:pic>
        <p:nvPicPr>
          <p:cNvPr id="5" name="Picture 4" descr="A package of yogurt in a plastic container&#10;&#10;Description automatically generated">
            <a:extLst>
              <a:ext uri="{FF2B5EF4-FFF2-40B4-BE49-F238E27FC236}">
                <a16:creationId xmlns:a16="http://schemas.microsoft.com/office/drawing/2014/main" id="{EE18A5DD-33FE-703A-4E34-510E0125A624}"/>
              </a:ext>
            </a:extLst>
          </p:cNvPr>
          <p:cNvPicPr>
            <a:picLocks noChangeAspect="1"/>
          </p:cNvPicPr>
          <p:nvPr/>
        </p:nvPicPr>
        <p:blipFill>
          <a:blip r:embed="rId4"/>
          <a:stretch>
            <a:fillRect/>
          </a:stretch>
        </p:blipFill>
        <p:spPr>
          <a:xfrm>
            <a:off x="5906347" y="669290"/>
            <a:ext cx="2716107" cy="1527810"/>
          </a:xfrm>
          <a:prstGeom prst="rect">
            <a:avLst/>
          </a:prstGeom>
        </p:spPr>
      </p:pic>
      <p:sp>
        <p:nvSpPr>
          <p:cNvPr id="6" name="TextBox 5">
            <a:extLst>
              <a:ext uri="{FF2B5EF4-FFF2-40B4-BE49-F238E27FC236}">
                <a16:creationId xmlns:a16="http://schemas.microsoft.com/office/drawing/2014/main" id="{70F1F450-67A2-62C2-E21B-A4F181802DCF}"/>
              </a:ext>
            </a:extLst>
          </p:cNvPr>
          <p:cNvSpPr txBox="1"/>
          <p:nvPr/>
        </p:nvSpPr>
        <p:spPr>
          <a:xfrm>
            <a:off x="5837521" y="2197100"/>
            <a:ext cx="1680429" cy="307777"/>
          </a:xfrm>
          <a:prstGeom prst="rect">
            <a:avLst/>
          </a:prstGeom>
          <a:noFill/>
        </p:spPr>
        <p:txBody>
          <a:bodyPr wrap="square" rtlCol="0">
            <a:spAutoFit/>
          </a:bodyPr>
          <a:lstStyle/>
          <a:p>
            <a:r>
              <a:rPr lang="en-GB" dirty="0"/>
              <a:t>With bulkhead</a:t>
            </a:r>
          </a:p>
        </p:txBody>
      </p:sp>
      <p:sp>
        <p:nvSpPr>
          <p:cNvPr id="7" name="TextBox 6">
            <a:extLst>
              <a:ext uri="{FF2B5EF4-FFF2-40B4-BE49-F238E27FC236}">
                <a16:creationId xmlns:a16="http://schemas.microsoft.com/office/drawing/2014/main" id="{FEFDFB82-D81E-56DE-9521-CAEB0757AA39}"/>
              </a:ext>
            </a:extLst>
          </p:cNvPr>
          <p:cNvSpPr txBox="1"/>
          <p:nvPr/>
        </p:nvSpPr>
        <p:spPr>
          <a:xfrm>
            <a:off x="5837521" y="4488815"/>
            <a:ext cx="1680429" cy="307777"/>
          </a:xfrm>
          <a:prstGeom prst="rect">
            <a:avLst/>
          </a:prstGeom>
          <a:noFill/>
        </p:spPr>
        <p:txBody>
          <a:bodyPr wrap="square" rtlCol="0">
            <a:spAutoFit/>
          </a:bodyPr>
          <a:lstStyle/>
          <a:p>
            <a:r>
              <a:rPr lang="en-GB" dirty="0"/>
              <a:t>Without bulkhead</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Shape 217"/>
        <p:cNvGrpSpPr/>
        <p:nvPr/>
      </p:nvGrpSpPr>
      <p:grpSpPr>
        <a:xfrm>
          <a:off x="0" y="0"/>
          <a:ext cx="0" cy="0"/>
          <a:chOff x="0" y="0"/>
          <a:chExt cx="0" cy="0"/>
        </a:xfrm>
      </p:grpSpPr>
      <p:sp>
        <p:nvSpPr>
          <p:cNvPr id="218" name="Google Shape;218;p21"/>
          <p:cNvSpPr txBox="1">
            <a:spLocks noGrp="1"/>
          </p:cNvSpPr>
          <p:nvPr>
            <p:ph type="title"/>
          </p:nvPr>
        </p:nvSpPr>
        <p:spPr>
          <a:xfrm>
            <a:off x="819150" y="355000"/>
            <a:ext cx="7505700" cy="9546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GB" u="sng" dirty="0">
                <a:solidFill>
                  <a:schemeClr val="bg2"/>
                </a:solidFill>
                <a:latin typeface="Calibri" panose="020F0502020204030204" pitchFamily="34" charset="0"/>
                <a:cs typeface="Calibri" panose="020F0502020204030204" pitchFamily="34" charset="0"/>
              </a:rPr>
              <a:t>Method</a:t>
            </a:r>
            <a:endParaRPr u="sng" dirty="0">
              <a:solidFill>
                <a:schemeClr val="bg2"/>
              </a:solidFill>
              <a:latin typeface="Calibri" panose="020F0502020204030204" pitchFamily="34" charset="0"/>
              <a:cs typeface="Calibri" panose="020F0502020204030204" pitchFamily="34" charset="0"/>
            </a:endParaRPr>
          </a:p>
        </p:txBody>
      </p:sp>
      <p:sp>
        <p:nvSpPr>
          <p:cNvPr id="219" name="Google Shape;219;p21"/>
          <p:cNvSpPr txBox="1">
            <a:spLocks noGrp="1"/>
          </p:cNvSpPr>
          <p:nvPr>
            <p:ph type="body" idx="1"/>
          </p:nvPr>
        </p:nvSpPr>
        <p:spPr>
          <a:xfrm>
            <a:off x="370300" y="1309599"/>
            <a:ext cx="4079780" cy="3129175"/>
          </a:xfrm>
          <a:prstGeom prst="rect">
            <a:avLst/>
          </a:prstGeom>
        </p:spPr>
        <p:txBody>
          <a:bodyPr spcFirstLastPara="1" wrap="square" lIns="91425" tIns="91425" rIns="91425" bIns="91425" anchor="t" anchorCtr="0">
            <a:normAutofit/>
          </a:bodyPr>
          <a:lstStyle/>
          <a:p>
            <a:pPr marL="419100" indent="-285750">
              <a:spcAft>
                <a:spcPts val="1800"/>
              </a:spcAft>
              <a:buSzPts val="1500"/>
            </a:pPr>
            <a:r>
              <a:rPr lang="en-GB" sz="1600" dirty="0"/>
              <a:t>Using a pencil, poke a small hole at the same height (about 1.5 cm from the bottom) on both ships to simulate a breach in the hull.</a:t>
            </a:r>
          </a:p>
          <a:p>
            <a:pPr marL="419100" indent="-285750">
              <a:spcAft>
                <a:spcPts val="1800"/>
              </a:spcAft>
              <a:buSzPts val="1500"/>
            </a:pPr>
            <a:r>
              <a:rPr lang="en-GB" sz="1600" dirty="0"/>
              <a:t>Observe and time how long it takes for each ship to begin to sink. Observe and record what happens in each ship. Repeat this process three times. </a:t>
            </a:r>
          </a:p>
        </p:txBody>
      </p:sp>
      <p:grpSp>
        <p:nvGrpSpPr>
          <p:cNvPr id="5" name="Group 4">
            <a:extLst>
              <a:ext uri="{FF2B5EF4-FFF2-40B4-BE49-F238E27FC236}">
                <a16:creationId xmlns:a16="http://schemas.microsoft.com/office/drawing/2014/main" id="{AADB97FE-B51C-F2A9-CC41-D85C2D403337}"/>
              </a:ext>
            </a:extLst>
          </p:cNvPr>
          <p:cNvGrpSpPr/>
          <p:nvPr/>
        </p:nvGrpSpPr>
        <p:grpSpPr>
          <a:xfrm>
            <a:off x="4693921" y="1518752"/>
            <a:ext cx="4115820" cy="2315149"/>
            <a:chOff x="4693921" y="1518752"/>
            <a:chExt cx="4115820" cy="2315149"/>
          </a:xfrm>
        </p:grpSpPr>
        <p:pic>
          <p:nvPicPr>
            <p:cNvPr id="3" name="Picture 2" descr="A box of food in a box&#10;&#10;Description automatically generated">
              <a:extLst>
                <a:ext uri="{FF2B5EF4-FFF2-40B4-BE49-F238E27FC236}">
                  <a16:creationId xmlns:a16="http://schemas.microsoft.com/office/drawing/2014/main" id="{E8286D6D-397B-69CD-F956-C983FE6E67A6}"/>
                </a:ext>
              </a:extLst>
            </p:cNvPr>
            <p:cNvPicPr>
              <a:picLocks noChangeAspect="1"/>
            </p:cNvPicPr>
            <p:nvPr/>
          </p:nvPicPr>
          <p:blipFill>
            <a:blip r:embed="rId3"/>
            <a:stretch>
              <a:fillRect/>
            </a:stretch>
          </p:blipFill>
          <p:spPr>
            <a:xfrm>
              <a:off x="4693921" y="1518752"/>
              <a:ext cx="4115820" cy="2315149"/>
            </a:xfrm>
            <a:prstGeom prst="rect">
              <a:avLst/>
            </a:prstGeom>
          </p:spPr>
        </p:pic>
        <p:sp>
          <p:nvSpPr>
            <p:cNvPr id="4" name="Oval 3">
              <a:extLst>
                <a:ext uri="{FF2B5EF4-FFF2-40B4-BE49-F238E27FC236}">
                  <a16:creationId xmlns:a16="http://schemas.microsoft.com/office/drawing/2014/main" id="{023AEAB8-8A83-10EE-C236-308041C4D640}"/>
                </a:ext>
              </a:extLst>
            </p:cNvPr>
            <p:cNvSpPr/>
            <p:nvPr/>
          </p:nvSpPr>
          <p:spPr>
            <a:xfrm>
              <a:off x="5903119" y="2386009"/>
              <a:ext cx="25200" cy="25200"/>
            </a:xfrm>
            <a:prstGeom prst="ellipse">
              <a:avLst/>
            </a:prstGeom>
            <a:solidFill>
              <a:schemeClr val="tx2">
                <a:lumMod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grpSp>
      <p:sp>
        <p:nvSpPr>
          <p:cNvPr id="6" name="TextBox 5">
            <a:extLst>
              <a:ext uri="{FF2B5EF4-FFF2-40B4-BE49-F238E27FC236}">
                <a16:creationId xmlns:a16="http://schemas.microsoft.com/office/drawing/2014/main" id="{B5191AF4-66D2-DA80-9D36-A4109D0D9E6F}"/>
              </a:ext>
            </a:extLst>
          </p:cNvPr>
          <p:cNvSpPr txBox="1"/>
          <p:nvPr/>
        </p:nvSpPr>
        <p:spPr>
          <a:xfrm>
            <a:off x="6002634" y="1606549"/>
            <a:ext cx="2807107" cy="307777"/>
          </a:xfrm>
          <a:prstGeom prst="rect">
            <a:avLst/>
          </a:prstGeom>
          <a:noFill/>
        </p:spPr>
        <p:txBody>
          <a:bodyPr wrap="square" rtlCol="0">
            <a:spAutoFit/>
          </a:bodyPr>
          <a:lstStyle/>
          <a:p>
            <a:r>
              <a:rPr lang="en-GB" dirty="0"/>
              <a:t>Hole (= breach in Titanic’s hull)</a:t>
            </a:r>
          </a:p>
        </p:txBody>
      </p:sp>
      <p:sp>
        <p:nvSpPr>
          <p:cNvPr id="7" name="Oval 6">
            <a:extLst>
              <a:ext uri="{FF2B5EF4-FFF2-40B4-BE49-F238E27FC236}">
                <a16:creationId xmlns:a16="http://schemas.microsoft.com/office/drawing/2014/main" id="{6A8E0B10-B69E-D427-58C7-0628557F69E2}"/>
              </a:ext>
            </a:extLst>
          </p:cNvPr>
          <p:cNvSpPr/>
          <p:nvPr/>
        </p:nvSpPr>
        <p:spPr>
          <a:xfrm>
            <a:off x="5738813" y="2233613"/>
            <a:ext cx="338137" cy="338137"/>
          </a:xfrm>
          <a:prstGeom prst="ellipse">
            <a:avLst/>
          </a:prstGeom>
          <a:noFill/>
          <a:ln>
            <a:solidFill>
              <a:srgbClr val="FFFF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9" name="Straight Arrow Connector 8">
            <a:extLst>
              <a:ext uri="{FF2B5EF4-FFF2-40B4-BE49-F238E27FC236}">
                <a16:creationId xmlns:a16="http://schemas.microsoft.com/office/drawing/2014/main" id="{23E9A449-0407-E267-355F-26225A9FA538}"/>
              </a:ext>
            </a:extLst>
          </p:cNvPr>
          <p:cNvCxnSpPr/>
          <p:nvPr/>
        </p:nvCxnSpPr>
        <p:spPr>
          <a:xfrm flipH="1">
            <a:off x="5928319" y="1914327"/>
            <a:ext cx="148631" cy="319286"/>
          </a:xfrm>
          <a:prstGeom prst="straightConnector1">
            <a:avLst/>
          </a:prstGeom>
          <a:ln w="28575">
            <a:solidFill>
              <a:srgbClr val="FFFF00"/>
            </a:solidFill>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Shape 242"/>
        <p:cNvGrpSpPr/>
        <p:nvPr/>
      </p:nvGrpSpPr>
      <p:grpSpPr>
        <a:xfrm>
          <a:off x="0" y="0"/>
          <a:ext cx="0" cy="0"/>
          <a:chOff x="0" y="0"/>
          <a:chExt cx="0" cy="0"/>
        </a:xfrm>
      </p:grpSpPr>
      <p:sp>
        <p:nvSpPr>
          <p:cNvPr id="243" name="Google Shape;243;p23"/>
          <p:cNvSpPr txBox="1">
            <a:spLocks noGrp="1"/>
          </p:cNvSpPr>
          <p:nvPr>
            <p:ph type="title"/>
          </p:nvPr>
        </p:nvSpPr>
        <p:spPr>
          <a:xfrm>
            <a:off x="715240" y="1005793"/>
            <a:ext cx="1924051" cy="565757"/>
          </a:xfrm>
          <a:prstGeom prst="rect">
            <a:avLst/>
          </a:prstGeom>
          <a:ln>
            <a:solidFill>
              <a:srgbClr val="002060"/>
            </a:solidFill>
          </a:ln>
        </p:spPr>
        <p:txBody>
          <a:bodyPr spcFirstLastPara="1" wrap="square" lIns="91425" tIns="91425" rIns="91425" bIns="91425" anchor="t" anchorCtr="0">
            <a:normAutofit fontScale="90000"/>
          </a:bodyPr>
          <a:lstStyle/>
          <a:p>
            <a:pPr marL="0" lvl="0" indent="0" algn="l" rtl="0">
              <a:spcBef>
                <a:spcPts val="0"/>
              </a:spcBef>
              <a:spcAft>
                <a:spcPts val="0"/>
              </a:spcAft>
              <a:buNone/>
            </a:pPr>
            <a:r>
              <a:rPr lang="en-GB" dirty="0">
                <a:latin typeface="Calibri" panose="020F0502020204030204" pitchFamily="34" charset="0"/>
                <a:cs typeface="Calibri" panose="020F0502020204030204" pitchFamily="34" charset="0"/>
              </a:rPr>
              <a:t>Variables</a:t>
            </a:r>
            <a:endParaRPr dirty="0">
              <a:latin typeface="Calibri" panose="020F0502020204030204" pitchFamily="34" charset="0"/>
              <a:cs typeface="Calibri" panose="020F0502020204030204" pitchFamily="34" charset="0"/>
            </a:endParaRPr>
          </a:p>
        </p:txBody>
      </p:sp>
      <p:sp>
        <p:nvSpPr>
          <p:cNvPr id="244" name="Google Shape;244;p23"/>
          <p:cNvSpPr txBox="1">
            <a:spLocks noGrp="1"/>
          </p:cNvSpPr>
          <p:nvPr>
            <p:ph type="body" idx="1"/>
          </p:nvPr>
        </p:nvSpPr>
        <p:spPr>
          <a:xfrm>
            <a:off x="715240" y="1776846"/>
            <a:ext cx="7505700" cy="24480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GB" sz="1700" dirty="0"/>
              <a:t>Independent variable - bulkhead</a:t>
            </a:r>
            <a:endParaRPr sz="1700" dirty="0"/>
          </a:p>
          <a:p>
            <a:pPr marL="0" lvl="0" indent="0" algn="l" rtl="0">
              <a:spcBef>
                <a:spcPts val="1200"/>
              </a:spcBef>
              <a:spcAft>
                <a:spcPts val="0"/>
              </a:spcAft>
              <a:buNone/>
            </a:pPr>
            <a:r>
              <a:rPr lang="en-GB" sz="1700" dirty="0"/>
              <a:t>Dependent variable - time it takes to sink</a:t>
            </a:r>
            <a:endParaRPr sz="1700" dirty="0"/>
          </a:p>
          <a:p>
            <a:pPr marL="0" lvl="0" indent="0" algn="l" rtl="0">
              <a:spcBef>
                <a:spcPts val="1200"/>
              </a:spcBef>
              <a:spcAft>
                <a:spcPts val="1200"/>
              </a:spcAft>
              <a:buNone/>
            </a:pPr>
            <a:r>
              <a:rPr lang="en-GB" sz="1700" dirty="0"/>
              <a:t>Control variable – mass and distribution of clay, size of the hole, boat size …</a:t>
            </a:r>
            <a:endParaRPr sz="17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Shape 248"/>
        <p:cNvGrpSpPr/>
        <p:nvPr/>
      </p:nvGrpSpPr>
      <p:grpSpPr>
        <a:xfrm>
          <a:off x="0" y="0"/>
          <a:ext cx="0" cy="0"/>
          <a:chOff x="0" y="0"/>
          <a:chExt cx="0" cy="0"/>
        </a:xfrm>
      </p:grpSpPr>
      <p:sp>
        <p:nvSpPr>
          <p:cNvPr id="249" name="Google Shape;249;p24"/>
          <p:cNvSpPr txBox="1">
            <a:spLocks noGrp="1"/>
          </p:cNvSpPr>
          <p:nvPr>
            <p:ph type="title"/>
          </p:nvPr>
        </p:nvSpPr>
        <p:spPr>
          <a:xfrm>
            <a:off x="181841" y="118237"/>
            <a:ext cx="2027959" cy="678399"/>
          </a:xfrm>
          <a:prstGeom prst="rect">
            <a:avLst/>
          </a:prstGeom>
          <a:ln>
            <a:solidFill>
              <a:srgbClr val="002060"/>
            </a:solidFill>
          </a:ln>
        </p:spPr>
        <p:txBody>
          <a:bodyPr spcFirstLastPara="1" wrap="square" lIns="91425" tIns="91425" rIns="91425" bIns="91425" anchor="t" anchorCtr="0">
            <a:normAutofit/>
          </a:bodyPr>
          <a:lstStyle/>
          <a:p>
            <a:pPr marL="0" lvl="0" indent="0" algn="l" rtl="0">
              <a:spcBef>
                <a:spcPts val="0"/>
              </a:spcBef>
              <a:spcAft>
                <a:spcPts val="0"/>
              </a:spcAft>
              <a:buNone/>
            </a:pPr>
            <a:r>
              <a:rPr lang="en-GB" u="sng" dirty="0">
                <a:solidFill>
                  <a:schemeClr val="bg2"/>
                </a:solidFill>
                <a:latin typeface="Calibri" panose="020F0502020204030204" pitchFamily="34" charset="0"/>
                <a:cs typeface="Calibri" panose="020F0502020204030204" pitchFamily="34" charset="0"/>
              </a:rPr>
              <a:t>Conclusion</a:t>
            </a:r>
            <a:endParaRPr u="sng" dirty="0">
              <a:solidFill>
                <a:schemeClr val="bg2"/>
              </a:solidFill>
              <a:latin typeface="Calibri" panose="020F0502020204030204" pitchFamily="34" charset="0"/>
              <a:cs typeface="Calibri" panose="020F0502020204030204" pitchFamily="34" charset="0"/>
            </a:endParaRPr>
          </a:p>
        </p:txBody>
      </p:sp>
      <p:sp>
        <p:nvSpPr>
          <p:cNvPr id="250" name="Google Shape;250;p24"/>
          <p:cNvSpPr txBox="1">
            <a:spLocks noGrp="1"/>
          </p:cNvSpPr>
          <p:nvPr>
            <p:ph type="body" idx="1"/>
          </p:nvPr>
        </p:nvSpPr>
        <p:spPr>
          <a:xfrm>
            <a:off x="819150" y="1990725"/>
            <a:ext cx="7505700" cy="2448000"/>
          </a:xfrm>
          <a:prstGeom prst="rect">
            <a:avLst/>
          </a:prstGeom>
        </p:spPr>
        <p:txBody>
          <a:bodyPr spcFirstLastPara="1" wrap="square" lIns="91425" tIns="91425" rIns="91425" bIns="91425" anchor="t" anchorCtr="0">
            <a:normAutofit/>
          </a:bodyPr>
          <a:lstStyle/>
          <a:p>
            <a:pPr marL="0" lvl="0" indent="0" algn="l" rtl="0">
              <a:spcBef>
                <a:spcPts val="0"/>
              </a:spcBef>
              <a:spcAft>
                <a:spcPts val="1200"/>
              </a:spcAft>
              <a:buNone/>
            </a:pPr>
            <a:endParaRPr sz="1800" dirty="0"/>
          </a:p>
        </p:txBody>
      </p:sp>
      <p:sp>
        <p:nvSpPr>
          <p:cNvPr id="2" name="Thought Bubble: Cloud 1">
            <a:extLst>
              <a:ext uri="{FF2B5EF4-FFF2-40B4-BE49-F238E27FC236}">
                <a16:creationId xmlns:a16="http://schemas.microsoft.com/office/drawing/2014/main" id="{773B4580-9AFF-4C9F-B523-D788118ECCA3}"/>
              </a:ext>
            </a:extLst>
          </p:cNvPr>
          <p:cNvSpPr/>
          <p:nvPr/>
        </p:nvSpPr>
        <p:spPr>
          <a:xfrm>
            <a:off x="852055" y="581891"/>
            <a:ext cx="7003472" cy="3463636"/>
          </a:xfrm>
          <a:prstGeom prst="cloudCallout">
            <a:avLst/>
          </a:prstGeom>
          <a:solidFill>
            <a:schemeClr val="tx1"/>
          </a:solidFill>
          <a:ln>
            <a:solidFill>
              <a:srgbClr val="00206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lvl="0" indent="0" algn="ctr" rtl="0">
              <a:spcBef>
                <a:spcPts val="0"/>
              </a:spcBef>
              <a:spcAft>
                <a:spcPts val="1200"/>
              </a:spcAft>
              <a:buNone/>
            </a:pPr>
            <a:r>
              <a:rPr lang="en-GB" sz="2800" dirty="0">
                <a:solidFill>
                  <a:schemeClr val="bg2"/>
                </a:solidFill>
                <a:latin typeface="Calibri" panose="020F0502020204030204" pitchFamily="34" charset="0"/>
                <a:cs typeface="Calibri" panose="020F0502020204030204" pitchFamily="34" charset="0"/>
              </a:rPr>
              <a:t>What difference does the bulkhead make to the ship when there is damage?</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Shape 254"/>
        <p:cNvGrpSpPr/>
        <p:nvPr/>
      </p:nvGrpSpPr>
      <p:grpSpPr>
        <a:xfrm>
          <a:off x="0" y="0"/>
          <a:ext cx="0" cy="0"/>
          <a:chOff x="0" y="0"/>
          <a:chExt cx="0" cy="0"/>
        </a:xfrm>
      </p:grpSpPr>
      <p:sp>
        <p:nvSpPr>
          <p:cNvPr id="255" name="Google Shape;255;p25"/>
          <p:cNvSpPr txBox="1">
            <a:spLocks noGrp="1"/>
          </p:cNvSpPr>
          <p:nvPr>
            <p:ph type="title"/>
          </p:nvPr>
        </p:nvSpPr>
        <p:spPr>
          <a:xfrm>
            <a:off x="244187" y="55891"/>
            <a:ext cx="7505700" cy="954600"/>
          </a:xfrm>
          <a:prstGeom prst="rect">
            <a:avLst/>
          </a:prstGeom>
        </p:spPr>
        <p:txBody>
          <a:bodyPr spcFirstLastPara="1" wrap="square" lIns="91425" tIns="91425" rIns="91425" bIns="91425" anchor="t" anchorCtr="0">
            <a:normAutofit/>
          </a:bodyPr>
          <a:lstStyle/>
          <a:p>
            <a:pPr marL="0" lvl="0" indent="0" algn="l" rtl="0">
              <a:spcBef>
                <a:spcPts val="0"/>
              </a:spcBef>
              <a:spcAft>
                <a:spcPts val="0"/>
              </a:spcAft>
              <a:buNone/>
            </a:pPr>
            <a:r>
              <a:rPr lang="en-GB" u="sng" dirty="0">
                <a:solidFill>
                  <a:schemeClr val="bg2"/>
                </a:solidFill>
                <a:latin typeface="Calibri" panose="020F0502020204030204" pitchFamily="34" charset="0"/>
                <a:cs typeface="Calibri" panose="020F0502020204030204" pitchFamily="34" charset="0"/>
              </a:rPr>
              <a:t>The watertight bulkheads on the Titanic</a:t>
            </a:r>
            <a:endParaRPr u="sng" dirty="0">
              <a:solidFill>
                <a:schemeClr val="bg2"/>
              </a:solidFill>
              <a:latin typeface="Calibri" panose="020F0502020204030204" pitchFamily="34" charset="0"/>
              <a:cs typeface="Calibri" panose="020F0502020204030204" pitchFamily="34" charset="0"/>
            </a:endParaRPr>
          </a:p>
        </p:txBody>
      </p:sp>
      <p:sp>
        <p:nvSpPr>
          <p:cNvPr id="256" name="Google Shape;256;p25"/>
          <p:cNvSpPr txBox="1">
            <a:spLocks noGrp="1"/>
          </p:cNvSpPr>
          <p:nvPr>
            <p:ph type="body" idx="1"/>
          </p:nvPr>
        </p:nvSpPr>
        <p:spPr>
          <a:xfrm>
            <a:off x="304801" y="854652"/>
            <a:ext cx="8672944" cy="4098347"/>
          </a:xfrm>
          <a:prstGeom prst="rect">
            <a:avLst/>
          </a:prstGeom>
          <a:ln>
            <a:solidFill>
              <a:srgbClr val="002060"/>
            </a:solidFill>
          </a:ln>
        </p:spPr>
        <p:txBody>
          <a:bodyPr spcFirstLastPara="1" wrap="square" lIns="91425" tIns="91425" rIns="91425" bIns="91425" anchor="t" anchorCtr="0">
            <a:noAutofit/>
          </a:bodyPr>
          <a:lstStyle/>
          <a:p>
            <a:pPr marL="0" lvl="0" indent="0" algn="l" rtl="0">
              <a:spcBef>
                <a:spcPts val="0"/>
              </a:spcBef>
              <a:spcAft>
                <a:spcPts val="0"/>
              </a:spcAft>
              <a:buNone/>
            </a:pPr>
            <a:r>
              <a:rPr lang="en-GB" sz="1600" dirty="0">
                <a:latin typeface="Calibri" panose="020F0502020204030204" pitchFamily="34" charset="0"/>
                <a:cs typeface="Calibri" panose="020F0502020204030204" pitchFamily="34" charset="0"/>
              </a:rPr>
              <a:t>Fifteen transverse bulkheads created sixteen compartments or cells, each of which could be isolated from the adjoining compartment using special doors which could be closed in the event of an emergency.</a:t>
            </a:r>
            <a:endParaRPr sz="1600" dirty="0">
              <a:latin typeface="Calibri" panose="020F0502020204030204" pitchFamily="34" charset="0"/>
              <a:cs typeface="Calibri" panose="020F0502020204030204" pitchFamily="34" charset="0"/>
            </a:endParaRPr>
          </a:p>
          <a:p>
            <a:pPr marL="0" lvl="0" indent="0" algn="l" rtl="0">
              <a:spcBef>
                <a:spcPts val="1200"/>
              </a:spcBef>
              <a:spcAft>
                <a:spcPts val="0"/>
              </a:spcAft>
              <a:buNone/>
            </a:pPr>
            <a:r>
              <a:rPr lang="en-GB" sz="1600" dirty="0">
                <a:solidFill>
                  <a:srgbClr val="4D5156"/>
                </a:solidFill>
                <a:highlight>
                  <a:srgbClr val="FFFFFF"/>
                </a:highlight>
                <a:latin typeface="Calibri" panose="020F0502020204030204" pitchFamily="34" charset="0"/>
                <a:ea typeface="Arial"/>
                <a:cs typeface="Calibri" panose="020F0502020204030204" pitchFamily="34" charset="0"/>
                <a:sym typeface="Arial"/>
              </a:rPr>
              <a:t>The lower section of the Titanic was divided into </a:t>
            </a:r>
            <a:r>
              <a:rPr lang="en-GB" sz="1600" dirty="0">
                <a:solidFill>
                  <a:srgbClr val="040C28"/>
                </a:solidFill>
                <a:latin typeface="Calibri" panose="020F0502020204030204" pitchFamily="34" charset="0"/>
                <a:ea typeface="Arial"/>
                <a:cs typeface="Calibri" panose="020F0502020204030204" pitchFamily="34" charset="0"/>
                <a:sym typeface="Arial"/>
              </a:rPr>
              <a:t>sixteen major watertight compartments</a:t>
            </a:r>
            <a:r>
              <a:rPr lang="en-GB" sz="1600" dirty="0">
                <a:solidFill>
                  <a:srgbClr val="4D5156"/>
                </a:solidFill>
                <a:highlight>
                  <a:srgbClr val="FFFFFF"/>
                </a:highlight>
                <a:latin typeface="Calibri" panose="020F0502020204030204" pitchFamily="34" charset="0"/>
                <a:ea typeface="Arial"/>
                <a:cs typeface="Calibri" panose="020F0502020204030204" pitchFamily="34" charset="0"/>
                <a:sym typeface="Arial"/>
              </a:rPr>
              <a:t> that could easily be sealed off if part of the hull was punctured and leaking water. </a:t>
            </a:r>
            <a:endParaRPr sz="1600" dirty="0">
              <a:solidFill>
                <a:srgbClr val="4D5156"/>
              </a:solidFill>
              <a:highlight>
                <a:srgbClr val="FFFFFF"/>
              </a:highlight>
              <a:latin typeface="Calibri" panose="020F0502020204030204" pitchFamily="34" charset="0"/>
              <a:ea typeface="Arial"/>
              <a:cs typeface="Calibri" panose="020F0502020204030204" pitchFamily="34" charset="0"/>
              <a:sym typeface="Arial"/>
            </a:endParaRPr>
          </a:p>
          <a:p>
            <a:pPr marL="0" lvl="0" indent="0" algn="l" rtl="0">
              <a:spcBef>
                <a:spcPts val="1200"/>
              </a:spcBef>
              <a:spcAft>
                <a:spcPts val="1200"/>
              </a:spcAft>
              <a:buNone/>
            </a:pPr>
            <a:r>
              <a:rPr lang="en-GB" sz="1600" dirty="0">
                <a:latin typeface="Calibri" panose="020F0502020204030204" pitchFamily="34" charset="0"/>
                <a:cs typeface="Calibri" panose="020F0502020204030204" pitchFamily="34" charset="0"/>
              </a:rPr>
              <a:t>When the hull of the Titanic was torn open in the collision with the iceberg, water began to flood the damaged compartments in the bow. As the ship pitched forward under the weight of the water in the bow compartments, water began to spill over the tops of the bulkheads into adjacent, undamaged compartments.</a:t>
            </a:r>
          </a:p>
          <a:p>
            <a:pPr marL="0" indent="0">
              <a:spcBef>
                <a:spcPts val="1200"/>
              </a:spcBef>
              <a:spcAft>
                <a:spcPts val="1200"/>
              </a:spcAft>
              <a:buNone/>
            </a:pPr>
            <a:r>
              <a:rPr lang="en-GB" sz="1600" dirty="0"/>
              <a:t>The iceberg breached 6 compartments. However, the damage to the 6th was fairly minor, so the crew were able to shore up. Unfortunately, 5 compartments flooding was enough to pull the tops of the bulkheads below the waterline, meaning they all eventually flooded.</a:t>
            </a:r>
          </a:p>
          <a:p>
            <a:pPr marL="0" lvl="0" indent="0" algn="l" rtl="0">
              <a:spcBef>
                <a:spcPts val="1200"/>
              </a:spcBef>
              <a:spcAft>
                <a:spcPts val="1200"/>
              </a:spcAft>
              <a:buNone/>
            </a:pPr>
            <a:endParaRPr sz="1800" dirty="0">
              <a:latin typeface="Calibri" panose="020F0502020204030204" pitchFamily="34" charset="0"/>
              <a:cs typeface="Calibri" panose="020F0502020204030204" pitchFamily="34"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tx2">
            <a:lumMod val="90000"/>
          </a:schemeClr>
        </a:solidFill>
        <a:effectLst/>
      </p:bgPr>
    </p:bg>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75F2A391-A914-42AA-6A10-3BED581ACDD7}"/>
              </a:ext>
            </a:extLst>
          </p:cNvPr>
          <p:cNvGrpSpPr/>
          <p:nvPr/>
        </p:nvGrpSpPr>
        <p:grpSpPr>
          <a:xfrm>
            <a:off x="886422" y="976313"/>
            <a:ext cx="7371157" cy="3045284"/>
            <a:chOff x="1363666" y="1238250"/>
            <a:chExt cx="9828209" cy="4060379"/>
          </a:xfrm>
        </p:grpSpPr>
        <p:pic>
          <p:nvPicPr>
            <p:cNvPr id="1025" name="Picture 12">
              <a:extLst>
                <a:ext uri="{FF2B5EF4-FFF2-40B4-BE49-F238E27FC236}">
                  <a16:creationId xmlns:a16="http://schemas.microsoft.com/office/drawing/2014/main" id="{226744DC-81A0-D60F-58FC-A9842465444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63666" y="4258593"/>
              <a:ext cx="1991337" cy="698946"/>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EA6A329D-31C1-36B9-E32E-41DD2C0B6D5E}"/>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443295" y="1238250"/>
              <a:ext cx="7305410" cy="2190750"/>
            </a:xfrm>
            <a:prstGeom prst="rect">
              <a:avLst/>
            </a:prstGeom>
            <a:noFill/>
            <a:ln>
              <a:noFill/>
            </a:ln>
          </p:spPr>
        </p:pic>
        <p:sp>
          <p:nvSpPr>
            <p:cNvPr id="6" name="Rectangle 5">
              <a:extLst>
                <a:ext uri="{FF2B5EF4-FFF2-40B4-BE49-F238E27FC236}">
                  <a16:creationId xmlns:a16="http://schemas.microsoft.com/office/drawing/2014/main" id="{3B0602F3-B99C-265F-21DB-70AB82AFFADF}"/>
                </a:ext>
              </a:extLst>
            </p:cNvPr>
            <p:cNvSpPr/>
            <p:nvPr/>
          </p:nvSpPr>
          <p:spPr>
            <a:xfrm>
              <a:off x="3650278" y="3917504"/>
              <a:ext cx="7541597" cy="138112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defTabSz="685800" fontAlgn="ctr">
                <a:lnSpc>
                  <a:spcPct val="107000"/>
                </a:lnSpc>
                <a:spcAft>
                  <a:spcPts val="600"/>
                </a:spcAft>
              </a:pPr>
              <a:endParaRPr lang="en-GB" sz="1350" dirty="0">
                <a:solidFill>
                  <a:srgbClr val="FFFFFF"/>
                </a:solidFill>
                <a:latin typeface="Arial" panose="020B0604020202020204" pitchFamily="34" charset="0"/>
              </a:endParaRPr>
            </a:p>
            <a:p>
              <a:pPr defTabSz="685800" fontAlgn="ctr">
                <a:lnSpc>
                  <a:spcPct val="107000"/>
                </a:lnSpc>
                <a:spcAft>
                  <a:spcPts val="600"/>
                </a:spcAft>
              </a:pPr>
              <a:r>
                <a:rPr lang="en-GB" sz="135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Remembering Titanic Lessons © 2023 by Wonyong Park, Neta Shaby, Rachele Newman, Megan Barton, Christopher Dale, Ashleigh Fair, Natalie Harrison, Mary Shepherd and Christopher </a:t>
              </a:r>
              <a:r>
                <a:rPr lang="en-GB" sz="1350" dirty="0" err="1">
                  <a:solidFill>
                    <a:srgbClr val="000000"/>
                  </a:solidFill>
                  <a:latin typeface="Times New Roman" panose="02020603050405020304" pitchFamily="18" charset="0"/>
                  <a:ea typeface="Calibri" panose="020F0502020204030204" pitchFamily="34" charset="0"/>
                  <a:cs typeface="Times New Roman" panose="02020603050405020304" pitchFamily="18" charset="0"/>
                </a:rPr>
                <a:t>Zieba</a:t>
              </a:r>
              <a:r>
                <a:rPr lang="en-GB" sz="135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 is licensed under </a:t>
              </a:r>
              <a:r>
                <a:rPr lang="en-GB" sz="1350" u="sng" dirty="0">
                  <a:solidFill>
                    <a:srgbClr val="000000"/>
                  </a:solidFill>
                  <a:latin typeface="Times New Roman" panose="02020603050405020304" pitchFamily="18" charset="0"/>
                  <a:ea typeface="Calibri" panose="020F0502020204030204" pitchFamily="34" charset="0"/>
                  <a:cs typeface="Times New Roman" panose="02020603050405020304" pitchFamily="18" charset="0"/>
                  <a:hlinkClick r:id="rId4"/>
                </a:rPr>
                <a:t>CC BY-NC-SA 4.0</a:t>
              </a:r>
              <a:r>
                <a:rPr lang="en-GB" sz="1350" dirty="0">
                  <a:solidFill>
                    <a:srgbClr val="000000"/>
                  </a:solidFill>
                  <a:latin typeface="Times New Roman" panose="02020603050405020304" pitchFamily="18" charset="0"/>
                  <a:ea typeface="Calibri" panose="020F0502020204030204" pitchFamily="34" charset="0"/>
                  <a:cs typeface="Times New Roman" panose="02020603050405020304" pitchFamily="18" charset="0"/>
                </a:rPr>
                <a:t>. You can share and adapt the materials, as long as you give appropriate credit and do not use them for commercial purposes.</a:t>
              </a:r>
              <a:endParaRPr lang="en-GB" sz="1350" dirty="0">
                <a:solidFill>
                  <a:srgbClr val="FFFFFF"/>
                </a:solidFill>
                <a:latin typeface="Arial" panose="020B0604020202020204" pitchFamily="34" charset="0"/>
              </a:endParaRPr>
            </a:p>
            <a:p>
              <a:pPr algn="ctr" defTabSz="685800"/>
              <a:endParaRPr lang="en-GB" sz="1050" dirty="0">
                <a:solidFill>
                  <a:sysClr val="windowText" lastClr="000000"/>
                </a:solidFill>
                <a:latin typeface="Arial"/>
              </a:endParaRPr>
            </a:p>
          </p:txBody>
        </p:sp>
      </p:grpSp>
    </p:spTree>
    <p:extLst>
      <p:ext uri="{BB962C8B-B14F-4D97-AF65-F5344CB8AC3E}">
        <p14:creationId xmlns:p14="http://schemas.microsoft.com/office/powerpoint/2010/main" val="375251473"/>
      </p:ext>
    </p:extLst>
  </p:cSld>
  <p:clrMapOvr>
    <a:masterClrMapping/>
  </p:clrMapOvr>
</p:sld>
</file>

<file path=ppt/theme/theme1.xml><?xml version="1.0" encoding="utf-8"?>
<a:theme xmlns:a="http://schemas.openxmlformats.org/drawingml/2006/main" name="Shift">
  <a:themeElements>
    <a:clrScheme name="Shift">
      <a:dk1>
        <a:srgbClr val="FFFFFF"/>
      </a:dk1>
      <a:lt1>
        <a:srgbClr val="AF7B51"/>
      </a:lt1>
      <a:dk2>
        <a:srgbClr val="233A44"/>
      </a:dk2>
      <a:lt2>
        <a:srgbClr val="D9D9D9"/>
      </a:lt2>
      <a:accent1>
        <a:srgbClr val="00796B"/>
      </a:accent1>
      <a:accent2>
        <a:srgbClr val="D9563F"/>
      </a:accent2>
      <a:accent3>
        <a:srgbClr val="C4A15A"/>
      </a:accent3>
      <a:accent4>
        <a:srgbClr val="14F597"/>
      </a:accent4>
      <a:accent5>
        <a:srgbClr val="3D4594"/>
      </a:accent5>
      <a:accent6>
        <a:srgbClr val="163EF5"/>
      </a:accent6>
      <a:hlink>
        <a:srgbClr val="3D4594"/>
      </a:hlink>
      <a:folHlink>
        <a:srgbClr val="3D459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D4AEFD908B32B245A3A0D21C6B593B2B" ma:contentTypeVersion="14" ma:contentTypeDescription="Create a new document." ma:contentTypeScope="" ma:versionID="38d37b1c7b188a6d838f48e4416de3c1">
  <xsd:schema xmlns:xsd="http://www.w3.org/2001/XMLSchema" xmlns:xs="http://www.w3.org/2001/XMLSchema" xmlns:p="http://schemas.microsoft.com/office/2006/metadata/properties" xmlns:ns2="d5a874f9-67e5-4deb-a0f2-d102b20c5fd8" xmlns:ns3="94e09ebd-c8f1-4362-991a-c49006e523f9" targetNamespace="http://schemas.microsoft.com/office/2006/metadata/properties" ma:root="true" ma:fieldsID="bf319a33755e26be25ca2a6fc21578ae" ns2:_="" ns3:_="">
    <xsd:import namespace="d5a874f9-67e5-4deb-a0f2-d102b20c5fd8"/>
    <xsd:import namespace="94e09ebd-c8f1-4362-991a-c49006e523f9"/>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lcf76f155ced4ddcb4097134ff3c332f" minOccurs="0"/>
                <xsd:element ref="ns3:TaxCatchAll" minOccurs="0"/>
                <xsd:element ref="ns2:MediaServiceDateTaken" minOccurs="0"/>
                <xsd:element ref="ns2:MediaServiceGenerationTime" minOccurs="0"/>
                <xsd:element ref="ns2:MediaServiceEventHashCode" minOccurs="0"/>
                <xsd:element ref="ns2:MediaLengthInSeconds" minOccurs="0"/>
                <xsd:element ref="ns2:MediaServiceOCR"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5a874f9-67e5-4deb-a0f2-d102b20c5fd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cbf2f534-9c3d-494b-83fb-768e807180cb" ma:termSetId="09814cd3-568e-fe90-9814-8d621ff8fb84" ma:anchorId="fba54fb3-c3e1-fe81-a776-ca4b69148c4d" ma:open="true" ma:isKeyword="false">
      <xsd:complexType>
        <xsd:sequence>
          <xsd:element ref="pc:Terms" minOccurs="0" maxOccurs="1"/>
        </xsd:sequence>
      </xsd:complex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LengthInSeconds" ma:index="18" nillable="true" ma:displayName="MediaLengthInSeconds" ma:hidden="true" ma:internalName="MediaLengthInSeconds" ma:readOnly="true">
      <xsd:simpleType>
        <xsd:restriction base="dms:Unknown"/>
      </xsd:simpleType>
    </xsd:element>
    <xsd:element name="MediaServiceOCR" ma:index="19" nillable="true" ma:displayName="Extracted Text" ma:internalName="MediaServiceOCR" ma:readOnly="true">
      <xsd:simpleType>
        <xsd:restriction base="dms:Note">
          <xsd:maxLength value="255"/>
        </xsd:restriction>
      </xsd:simpleType>
    </xsd:element>
    <xsd:element name="MediaServiceObjectDetectorVersions" ma:index="20" nillable="true" ma:displayName="MediaServiceObjectDetectorVersions" ma:hidden="true" ma:indexed="true" ma:internalName="MediaServiceObjectDetectorVersions" ma:readOnly="true">
      <xsd:simpleType>
        <xsd:restriction base="dms:Text"/>
      </xsd:simpleType>
    </xsd:element>
    <xsd:element name="MediaServiceSearchProperties" ma:index="21"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94e09ebd-c8f1-4362-991a-c49006e523f9"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TaxCatchAll" ma:index="14" nillable="true" ma:displayName="Taxonomy Catch All Column" ma:hidden="true" ma:list="{61c53bc1-37db-457b-9811-fd494ad9fb6b}" ma:internalName="TaxCatchAll" ma:showField="CatchAllData" ma:web="94e09ebd-c8f1-4362-991a-c49006e523f9">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d5a874f9-67e5-4deb-a0f2-d102b20c5fd8">
      <Terms xmlns="http://schemas.microsoft.com/office/infopath/2007/PartnerControls"/>
    </lcf76f155ced4ddcb4097134ff3c332f>
    <TaxCatchAll xmlns="94e09ebd-c8f1-4362-991a-c49006e523f9" xsi:nil="true"/>
  </documentManagement>
</p:properties>
</file>

<file path=customXml/itemProps1.xml><?xml version="1.0" encoding="utf-8"?>
<ds:datastoreItem xmlns:ds="http://schemas.openxmlformats.org/officeDocument/2006/customXml" ds:itemID="{B8B2124D-7F0D-4534-81D3-F0E9423EBD29}"/>
</file>

<file path=customXml/itemProps2.xml><?xml version="1.0" encoding="utf-8"?>
<ds:datastoreItem xmlns:ds="http://schemas.openxmlformats.org/officeDocument/2006/customXml" ds:itemID="{545844F5-7BBF-40FB-BF99-887EE016B83D}">
  <ds:schemaRefs>
    <ds:schemaRef ds:uri="http://schemas.microsoft.com/sharepoint/v3/contenttype/forms"/>
  </ds:schemaRefs>
</ds:datastoreItem>
</file>

<file path=customXml/itemProps3.xml><?xml version="1.0" encoding="utf-8"?>
<ds:datastoreItem xmlns:ds="http://schemas.openxmlformats.org/officeDocument/2006/customXml" ds:itemID="{40ACD5ED-2A05-4714-885D-1F403193D65E}">
  <ds:schemaRefs>
    <ds:schemaRef ds:uri="http://schemas.microsoft.com/office/2006/metadata/properties"/>
    <ds:schemaRef ds:uri="http://schemas.microsoft.com/office/infopath/2007/PartnerControls"/>
    <ds:schemaRef ds:uri="d5a874f9-67e5-4deb-a0f2-d102b20c5fd8"/>
    <ds:schemaRef ds:uri="94e09ebd-c8f1-4362-991a-c49006e523f9"/>
  </ds:schemaRefs>
</ds:datastoreItem>
</file>

<file path=docProps/app.xml><?xml version="1.0" encoding="utf-8"?>
<Properties xmlns="http://schemas.openxmlformats.org/officeDocument/2006/extended-properties" xmlns:vt="http://schemas.openxmlformats.org/officeDocument/2006/docPropsVTypes">
  <TotalTime>76</TotalTime>
  <Words>585</Words>
  <Application>Microsoft Office PowerPoint</Application>
  <PresentationFormat>On-screen Show (16:9)</PresentationFormat>
  <Paragraphs>39</Paragraphs>
  <Slides>11</Slides>
  <Notes>9</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11</vt:i4>
      </vt:variant>
    </vt:vector>
  </HeadingPairs>
  <TitlesOfParts>
    <vt:vector size="17" baseType="lpstr">
      <vt:lpstr>Arial</vt:lpstr>
      <vt:lpstr>Calibri</vt:lpstr>
      <vt:lpstr>Nunito</vt:lpstr>
      <vt:lpstr>Times New Roman</vt:lpstr>
      <vt:lpstr>Shift</vt:lpstr>
      <vt:lpstr>Office Theme</vt:lpstr>
      <vt:lpstr>Watertight Bulkheads</vt:lpstr>
      <vt:lpstr>PowerPoint Presentation</vt:lpstr>
      <vt:lpstr>PowerPoint Presentation</vt:lpstr>
      <vt:lpstr>Watertight Bulkheads</vt:lpstr>
      <vt:lpstr>PowerPoint Presentation</vt:lpstr>
      <vt:lpstr>PowerPoint Presentation</vt:lpstr>
      <vt:lpstr>Method</vt:lpstr>
      <vt:lpstr>Variables</vt:lpstr>
      <vt:lpstr>Conclusion</vt:lpstr>
      <vt:lpstr>The watertight bulkheads on the Titanic</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Watertight Bulkheads</dc:title>
  <cp:lastModifiedBy>Wonyong Park</cp:lastModifiedBy>
  <cp:revision>2</cp:revision>
  <dcterms:modified xsi:type="dcterms:W3CDTF">2024-06-25T23:22:00Z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0x010100D4AEFD908B32B245A3A0D21C6B593B2B</vt:lpwstr>
  </property>
  <property fmtid="{D5CDD505-2E9C-101B-9397-08002B2CF9AE}" pid="3" name="MediaServiceImageTags">
    <vt:lpwstr/>
  </property>
</Properties>
</file>